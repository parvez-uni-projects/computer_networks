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995" autoAdjust="0"/>
    <p:restoredTop sz="94660"/>
  </p:normalViewPr>
  <p:slideViewPr>
    <p:cSldViewPr snapToGrid="0">
      <p:cViewPr varScale="1">
        <p:scale>
          <a:sx n="73" d="100"/>
          <a:sy n="73" d="100"/>
        </p:scale>
        <p:origin x="-624" y="-10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BCAB39-45AF-43A8-0C89-D1AF96D89D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C3F96A08-1EF7-C059-228E-4456267851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C97FFF1F-50E0-0D9B-3263-2EDE0719DFCE}"/>
              </a:ext>
            </a:extLst>
          </p:cNvPr>
          <p:cNvSpPr>
            <a:spLocks noGrp="1"/>
          </p:cNvSpPr>
          <p:nvPr>
            <p:ph type="dt" sz="half" idx="10"/>
          </p:nvPr>
        </p:nvSpPr>
        <p:spPr/>
        <p:txBody>
          <a:bodyPr/>
          <a:lstStyle/>
          <a:p>
            <a:fld id="{72D33F48-17A3-4F48-A3DA-D64D9E0E60A1}" type="datetimeFigureOut">
              <a:rPr lang="en-US" smtClean="0"/>
              <a:pPr/>
              <a:t>8/3/2023</a:t>
            </a:fld>
            <a:endParaRPr lang="en-US"/>
          </a:p>
        </p:txBody>
      </p:sp>
      <p:sp>
        <p:nvSpPr>
          <p:cNvPr id="5" name="Footer Placeholder 4">
            <a:extLst>
              <a:ext uri="{FF2B5EF4-FFF2-40B4-BE49-F238E27FC236}">
                <a16:creationId xmlns:a16="http://schemas.microsoft.com/office/drawing/2014/main" xmlns="" id="{25ED203D-A417-C97E-2930-22EAA4FFE8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10118CD-641F-7664-339D-6A737799746A}"/>
              </a:ext>
            </a:extLst>
          </p:cNvPr>
          <p:cNvSpPr>
            <a:spLocks noGrp="1"/>
          </p:cNvSpPr>
          <p:nvPr>
            <p:ph type="sldNum" sz="quarter" idx="12"/>
          </p:nvPr>
        </p:nvSpPr>
        <p:spPr/>
        <p:txBody>
          <a:bodyPr/>
          <a:lstStyle/>
          <a:p>
            <a:fld id="{F35AC381-A3F5-4E5C-ADE7-C41DC6686940}" type="slidenum">
              <a:rPr lang="en-US" smtClean="0"/>
              <a:pPr/>
              <a:t>‹#›</a:t>
            </a:fld>
            <a:endParaRPr lang="en-US"/>
          </a:p>
        </p:txBody>
      </p:sp>
    </p:spTree>
    <p:extLst>
      <p:ext uri="{BB962C8B-B14F-4D97-AF65-F5344CB8AC3E}">
        <p14:creationId xmlns:p14="http://schemas.microsoft.com/office/powerpoint/2010/main" xmlns="" val="1635408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4D19BC-006E-6444-5C91-CEA7CFF3AB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2F0E1D55-0CDF-8CDE-59DB-0355343AA7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8D0BF43-4E6D-6589-C5C8-E2A76C4A90BE}"/>
              </a:ext>
            </a:extLst>
          </p:cNvPr>
          <p:cNvSpPr>
            <a:spLocks noGrp="1"/>
          </p:cNvSpPr>
          <p:nvPr>
            <p:ph type="dt" sz="half" idx="10"/>
          </p:nvPr>
        </p:nvSpPr>
        <p:spPr/>
        <p:txBody>
          <a:bodyPr/>
          <a:lstStyle/>
          <a:p>
            <a:fld id="{72D33F48-17A3-4F48-A3DA-D64D9E0E60A1}" type="datetimeFigureOut">
              <a:rPr lang="en-US" smtClean="0"/>
              <a:pPr/>
              <a:t>8/3/2023</a:t>
            </a:fld>
            <a:endParaRPr lang="en-US"/>
          </a:p>
        </p:txBody>
      </p:sp>
      <p:sp>
        <p:nvSpPr>
          <p:cNvPr id="5" name="Footer Placeholder 4">
            <a:extLst>
              <a:ext uri="{FF2B5EF4-FFF2-40B4-BE49-F238E27FC236}">
                <a16:creationId xmlns:a16="http://schemas.microsoft.com/office/drawing/2014/main" xmlns="" id="{A1D7795B-E7BF-F5E1-110B-0C0CA533B3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DAE55CCE-72DC-7A05-1CC7-A405B40FA72C}"/>
              </a:ext>
            </a:extLst>
          </p:cNvPr>
          <p:cNvSpPr>
            <a:spLocks noGrp="1"/>
          </p:cNvSpPr>
          <p:nvPr>
            <p:ph type="sldNum" sz="quarter" idx="12"/>
          </p:nvPr>
        </p:nvSpPr>
        <p:spPr/>
        <p:txBody>
          <a:bodyPr/>
          <a:lstStyle/>
          <a:p>
            <a:fld id="{F35AC381-A3F5-4E5C-ADE7-C41DC6686940}" type="slidenum">
              <a:rPr lang="en-US" smtClean="0"/>
              <a:pPr/>
              <a:t>‹#›</a:t>
            </a:fld>
            <a:endParaRPr lang="en-US"/>
          </a:p>
        </p:txBody>
      </p:sp>
    </p:spTree>
    <p:extLst>
      <p:ext uri="{BB962C8B-B14F-4D97-AF65-F5344CB8AC3E}">
        <p14:creationId xmlns:p14="http://schemas.microsoft.com/office/powerpoint/2010/main" xmlns="" val="4045694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DFEA93-3F98-3AC7-A6C5-8908B257F0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97E647B2-710B-BC5F-0BD6-EFF7B40E05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30827EEC-5E65-17DC-DD93-09B1D8A8ED1A}"/>
              </a:ext>
            </a:extLst>
          </p:cNvPr>
          <p:cNvSpPr>
            <a:spLocks noGrp="1"/>
          </p:cNvSpPr>
          <p:nvPr>
            <p:ph type="dt" sz="half" idx="10"/>
          </p:nvPr>
        </p:nvSpPr>
        <p:spPr/>
        <p:txBody>
          <a:bodyPr/>
          <a:lstStyle/>
          <a:p>
            <a:fld id="{72D33F48-17A3-4F48-A3DA-D64D9E0E60A1}" type="datetimeFigureOut">
              <a:rPr lang="en-US" smtClean="0"/>
              <a:pPr/>
              <a:t>8/3/2023</a:t>
            </a:fld>
            <a:endParaRPr lang="en-US"/>
          </a:p>
        </p:txBody>
      </p:sp>
      <p:sp>
        <p:nvSpPr>
          <p:cNvPr id="5" name="Footer Placeholder 4">
            <a:extLst>
              <a:ext uri="{FF2B5EF4-FFF2-40B4-BE49-F238E27FC236}">
                <a16:creationId xmlns:a16="http://schemas.microsoft.com/office/drawing/2014/main" xmlns="" id="{30E8AE3C-3DFF-0BD6-CD02-6922DF8263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C470C9F7-65DD-12DE-A326-ABF7D9EFD7AE}"/>
              </a:ext>
            </a:extLst>
          </p:cNvPr>
          <p:cNvSpPr>
            <a:spLocks noGrp="1"/>
          </p:cNvSpPr>
          <p:nvPr>
            <p:ph type="sldNum" sz="quarter" idx="12"/>
          </p:nvPr>
        </p:nvSpPr>
        <p:spPr/>
        <p:txBody>
          <a:bodyPr/>
          <a:lstStyle/>
          <a:p>
            <a:fld id="{F35AC381-A3F5-4E5C-ADE7-C41DC6686940}" type="slidenum">
              <a:rPr lang="en-US" smtClean="0"/>
              <a:pPr/>
              <a:t>‹#›</a:t>
            </a:fld>
            <a:endParaRPr lang="en-US"/>
          </a:p>
        </p:txBody>
      </p:sp>
    </p:spTree>
    <p:extLst>
      <p:ext uri="{BB962C8B-B14F-4D97-AF65-F5344CB8AC3E}">
        <p14:creationId xmlns:p14="http://schemas.microsoft.com/office/powerpoint/2010/main" xmlns="" val="972220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FE9A46-16AF-0521-A4D3-0A5FA3F156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C2A2C88C-A91E-5665-D60D-01C543446F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123468A1-F035-4E01-8174-6E9DE4F2D4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CDF0B94B-09CC-247A-EA12-F1D2F0FF7EA9}"/>
              </a:ext>
            </a:extLst>
          </p:cNvPr>
          <p:cNvSpPr>
            <a:spLocks noGrp="1"/>
          </p:cNvSpPr>
          <p:nvPr>
            <p:ph type="dt" sz="half" idx="10"/>
          </p:nvPr>
        </p:nvSpPr>
        <p:spPr/>
        <p:txBody>
          <a:bodyPr/>
          <a:lstStyle/>
          <a:p>
            <a:fld id="{72D33F48-17A3-4F48-A3DA-D64D9E0E60A1}" type="datetimeFigureOut">
              <a:rPr lang="en-US" smtClean="0"/>
              <a:pPr/>
              <a:t>8/3/2023</a:t>
            </a:fld>
            <a:endParaRPr lang="en-US"/>
          </a:p>
        </p:txBody>
      </p:sp>
      <p:sp>
        <p:nvSpPr>
          <p:cNvPr id="6" name="Footer Placeholder 5">
            <a:extLst>
              <a:ext uri="{FF2B5EF4-FFF2-40B4-BE49-F238E27FC236}">
                <a16:creationId xmlns:a16="http://schemas.microsoft.com/office/drawing/2014/main" xmlns="" id="{3349BCF3-0DF9-DD5B-E3E2-F5A8BE7F15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0D9301AB-1B47-8AF6-67B4-2D4DF20CD619}"/>
              </a:ext>
            </a:extLst>
          </p:cNvPr>
          <p:cNvSpPr>
            <a:spLocks noGrp="1"/>
          </p:cNvSpPr>
          <p:nvPr>
            <p:ph type="sldNum" sz="quarter" idx="12"/>
          </p:nvPr>
        </p:nvSpPr>
        <p:spPr/>
        <p:txBody>
          <a:bodyPr/>
          <a:lstStyle/>
          <a:p>
            <a:fld id="{F35AC381-A3F5-4E5C-ADE7-C41DC6686940}" type="slidenum">
              <a:rPr lang="en-US" smtClean="0"/>
              <a:pPr/>
              <a:t>‹#›</a:t>
            </a:fld>
            <a:endParaRPr lang="en-US"/>
          </a:p>
        </p:txBody>
      </p:sp>
    </p:spTree>
    <p:extLst>
      <p:ext uri="{BB962C8B-B14F-4D97-AF65-F5344CB8AC3E}">
        <p14:creationId xmlns:p14="http://schemas.microsoft.com/office/powerpoint/2010/main" xmlns="" val="3794386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862837-CABD-55C5-63F7-0F5E1A7B0E3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056EE531-59BC-1F30-84BD-B37BABEAEF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DDE8719-86DD-8AC1-FA9E-3DC006DF3D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A36E4954-B12B-B950-4006-200BC83816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E7C5960A-E64B-A19E-57F5-E1C144BA36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2C4E0553-9FB6-9055-3509-197CF14E781B}"/>
              </a:ext>
            </a:extLst>
          </p:cNvPr>
          <p:cNvSpPr>
            <a:spLocks noGrp="1"/>
          </p:cNvSpPr>
          <p:nvPr>
            <p:ph type="dt" sz="half" idx="10"/>
          </p:nvPr>
        </p:nvSpPr>
        <p:spPr/>
        <p:txBody>
          <a:bodyPr/>
          <a:lstStyle/>
          <a:p>
            <a:fld id="{72D33F48-17A3-4F48-A3DA-D64D9E0E60A1}" type="datetimeFigureOut">
              <a:rPr lang="en-US" smtClean="0"/>
              <a:pPr/>
              <a:t>8/3/2023</a:t>
            </a:fld>
            <a:endParaRPr lang="en-US"/>
          </a:p>
        </p:txBody>
      </p:sp>
      <p:sp>
        <p:nvSpPr>
          <p:cNvPr id="8" name="Footer Placeholder 7">
            <a:extLst>
              <a:ext uri="{FF2B5EF4-FFF2-40B4-BE49-F238E27FC236}">
                <a16:creationId xmlns:a16="http://schemas.microsoft.com/office/drawing/2014/main" xmlns="" id="{98F7D476-9169-1954-A68A-793E3D5DE12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F1707633-8244-76B6-791D-E5A61E41F8DC}"/>
              </a:ext>
            </a:extLst>
          </p:cNvPr>
          <p:cNvSpPr>
            <a:spLocks noGrp="1"/>
          </p:cNvSpPr>
          <p:nvPr>
            <p:ph type="sldNum" sz="quarter" idx="12"/>
          </p:nvPr>
        </p:nvSpPr>
        <p:spPr/>
        <p:txBody>
          <a:bodyPr/>
          <a:lstStyle/>
          <a:p>
            <a:fld id="{F35AC381-A3F5-4E5C-ADE7-C41DC6686940}" type="slidenum">
              <a:rPr lang="en-US" smtClean="0"/>
              <a:pPr/>
              <a:t>‹#›</a:t>
            </a:fld>
            <a:endParaRPr lang="en-US"/>
          </a:p>
        </p:txBody>
      </p:sp>
    </p:spTree>
    <p:extLst>
      <p:ext uri="{BB962C8B-B14F-4D97-AF65-F5344CB8AC3E}">
        <p14:creationId xmlns:p14="http://schemas.microsoft.com/office/powerpoint/2010/main" xmlns="" val="1983976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2B8191-401E-D10F-3A96-6C3875C043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490BEE4E-F61A-2C39-74EB-148743561323}"/>
              </a:ext>
            </a:extLst>
          </p:cNvPr>
          <p:cNvSpPr>
            <a:spLocks noGrp="1"/>
          </p:cNvSpPr>
          <p:nvPr>
            <p:ph type="dt" sz="half" idx="10"/>
          </p:nvPr>
        </p:nvSpPr>
        <p:spPr/>
        <p:txBody>
          <a:bodyPr/>
          <a:lstStyle/>
          <a:p>
            <a:fld id="{72D33F48-17A3-4F48-A3DA-D64D9E0E60A1}" type="datetimeFigureOut">
              <a:rPr lang="en-US" smtClean="0"/>
              <a:pPr/>
              <a:t>8/3/2023</a:t>
            </a:fld>
            <a:endParaRPr lang="en-US"/>
          </a:p>
        </p:txBody>
      </p:sp>
      <p:sp>
        <p:nvSpPr>
          <p:cNvPr id="4" name="Footer Placeholder 3">
            <a:extLst>
              <a:ext uri="{FF2B5EF4-FFF2-40B4-BE49-F238E27FC236}">
                <a16:creationId xmlns:a16="http://schemas.microsoft.com/office/drawing/2014/main" xmlns="" id="{2CD0D8EC-6865-1D77-7FCD-0D09D000106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F7DF7228-BE08-E6C1-02FD-57F67ABD8050}"/>
              </a:ext>
            </a:extLst>
          </p:cNvPr>
          <p:cNvSpPr>
            <a:spLocks noGrp="1"/>
          </p:cNvSpPr>
          <p:nvPr>
            <p:ph type="sldNum" sz="quarter" idx="12"/>
          </p:nvPr>
        </p:nvSpPr>
        <p:spPr/>
        <p:txBody>
          <a:bodyPr/>
          <a:lstStyle/>
          <a:p>
            <a:fld id="{F35AC381-A3F5-4E5C-ADE7-C41DC6686940}" type="slidenum">
              <a:rPr lang="en-US" smtClean="0"/>
              <a:pPr/>
              <a:t>‹#›</a:t>
            </a:fld>
            <a:endParaRPr lang="en-US"/>
          </a:p>
        </p:txBody>
      </p:sp>
    </p:spTree>
    <p:extLst>
      <p:ext uri="{BB962C8B-B14F-4D97-AF65-F5344CB8AC3E}">
        <p14:creationId xmlns:p14="http://schemas.microsoft.com/office/powerpoint/2010/main" xmlns="" val="2680350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6189E119-2E02-3BD9-067F-00F9130F6CED}"/>
              </a:ext>
            </a:extLst>
          </p:cNvPr>
          <p:cNvSpPr>
            <a:spLocks noGrp="1"/>
          </p:cNvSpPr>
          <p:nvPr>
            <p:ph type="dt" sz="half" idx="10"/>
          </p:nvPr>
        </p:nvSpPr>
        <p:spPr/>
        <p:txBody>
          <a:bodyPr/>
          <a:lstStyle/>
          <a:p>
            <a:fld id="{72D33F48-17A3-4F48-A3DA-D64D9E0E60A1}" type="datetimeFigureOut">
              <a:rPr lang="en-US" smtClean="0"/>
              <a:pPr/>
              <a:t>8/3/2023</a:t>
            </a:fld>
            <a:endParaRPr lang="en-US"/>
          </a:p>
        </p:txBody>
      </p:sp>
      <p:sp>
        <p:nvSpPr>
          <p:cNvPr id="3" name="Footer Placeholder 2">
            <a:extLst>
              <a:ext uri="{FF2B5EF4-FFF2-40B4-BE49-F238E27FC236}">
                <a16:creationId xmlns:a16="http://schemas.microsoft.com/office/drawing/2014/main" xmlns="" id="{B3BE031E-3D92-C536-4C3E-ECDF931D83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8EAFB9BD-7CD7-357A-79A2-81CD18023455}"/>
              </a:ext>
            </a:extLst>
          </p:cNvPr>
          <p:cNvSpPr>
            <a:spLocks noGrp="1"/>
          </p:cNvSpPr>
          <p:nvPr>
            <p:ph type="sldNum" sz="quarter" idx="12"/>
          </p:nvPr>
        </p:nvSpPr>
        <p:spPr/>
        <p:txBody>
          <a:bodyPr/>
          <a:lstStyle/>
          <a:p>
            <a:fld id="{F35AC381-A3F5-4E5C-ADE7-C41DC6686940}" type="slidenum">
              <a:rPr lang="en-US" smtClean="0"/>
              <a:pPr/>
              <a:t>‹#›</a:t>
            </a:fld>
            <a:endParaRPr lang="en-US"/>
          </a:p>
        </p:txBody>
      </p:sp>
    </p:spTree>
    <p:extLst>
      <p:ext uri="{BB962C8B-B14F-4D97-AF65-F5344CB8AC3E}">
        <p14:creationId xmlns:p14="http://schemas.microsoft.com/office/powerpoint/2010/main" xmlns="" val="3592390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7A7230-93A2-15FB-1147-CB68F5E6EF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85751E83-2812-0E1E-4907-166CF2383D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09DF8D0C-69F2-A88F-7621-7D4BF56D32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37DBFA6C-2206-554C-D187-4C56190C4E67}"/>
              </a:ext>
            </a:extLst>
          </p:cNvPr>
          <p:cNvSpPr>
            <a:spLocks noGrp="1"/>
          </p:cNvSpPr>
          <p:nvPr>
            <p:ph type="dt" sz="half" idx="10"/>
          </p:nvPr>
        </p:nvSpPr>
        <p:spPr/>
        <p:txBody>
          <a:bodyPr/>
          <a:lstStyle/>
          <a:p>
            <a:fld id="{72D33F48-17A3-4F48-A3DA-D64D9E0E60A1}" type="datetimeFigureOut">
              <a:rPr lang="en-US" smtClean="0"/>
              <a:pPr/>
              <a:t>8/3/2023</a:t>
            </a:fld>
            <a:endParaRPr lang="en-US"/>
          </a:p>
        </p:txBody>
      </p:sp>
      <p:sp>
        <p:nvSpPr>
          <p:cNvPr id="6" name="Footer Placeholder 5">
            <a:extLst>
              <a:ext uri="{FF2B5EF4-FFF2-40B4-BE49-F238E27FC236}">
                <a16:creationId xmlns:a16="http://schemas.microsoft.com/office/drawing/2014/main" xmlns="" id="{219F68D8-26B0-72B9-836F-606972C0DE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65B6F24C-BD75-A046-FAEC-F13B30EF8104}"/>
              </a:ext>
            </a:extLst>
          </p:cNvPr>
          <p:cNvSpPr>
            <a:spLocks noGrp="1"/>
          </p:cNvSpPr>
          <p:nvPr>
            <p:ph type="sldNum" sz="quarter" idx="12"/>
          </p:nvPr>
        </p:nvSpPr>
        <p:spPr/>
        <p:txBody>
          <a:bodyPr/>
          <a:lstStyle/>
          <a:p>
            <a:fld id="{F35AC381-A3F5-4E5C-ADE7-C41DC6686940}" type="slidenum">
              <a:rPr lang="en-US" smtClean="0"/>
              <a:pPr/>
              <a:t>‹#›</a:t>
            </a:fld>
            <a:endParaRPr lang="en-US"/>
          </a:p>
        </p:txBody>
      </p:sp>
    </p:spTree>
    <p:extLst>
      <p:ext uri="{BB962C8B-B14F-4D97-AF65-F5344CB8AC3E}">
        <p14:creationId xmlns:p14="http://schemas.microsoft.com/office/powerpoint/2010/main" xmlns="" val="1582789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366358-2633-5FE9-793B-1D93819832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1614C587-8B7A-5BC7-2002-F1A277FE9F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DF9DCB77-C26C-9C07-347C-8706DDC92C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19E44FF-6AB9-4CA3-96CB-BB00B4C2C314}"/>
              </a:ext>
            </a:extLst>
          </p:cNvPr>
          <p:cNvSpPr>
            <a:spLocks noGrp="1"/>
          </p:cNvSpPr>
          <p:nvPr>
            <p:ph type="dt" sz="half" idx="10"/>
          </p:nvPr>
        </p:nvSpPr>
        <p:spPr/>
        <p:txBody>
          <a:bodyPr/>
          <a:lstStyle/>
          <a:p>
            <a:fld id="{72D33F48-17A3-4F48-A3DA-D64D9E0E60A1}" type="datetimeFigureOut">
              <a:rPr lang="en-US" smtClean="0"/>
              <a:pPr/>
              <a:t>8/3/2023</a:t>
            </a:fld>
            <a:endParaRPr lang="en-US"/>
          </a:p>
        </p:txBody>
      </p:sp>
      <p:sp>
        <p:nvSpPr>
          <p:cNvPr id="6" name="Footer Placeholder 5">
            <a:extLst>
              <a:ext uri="{FF2B5EF4-FFF2-40B4-BE49-F238E27FC236}">
                <a16:creationId xmlns:a16="http://schemas.microsoft.com/office/drawing/2014/main" xmlns="" id="{8F1D2806-4E8E-A0E0-4101-CEB9719E42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92C480C3-04B5-828F-52F2-388BD68D05D6}"/>
              </a:ext>
            </a:extLst>
          </p:cNvPr>
          <p:cNvSpPr>
            <a:spLocks noGrp="1"/>
          </p:cNvSpPr>
          <p:nvPr>
            <p:ph type="sldNum" sz="quarter" idx="12"/>
          </p:nvPr>
        </p:nvSpPr>
        <p:spPr/>
        <p:txBody>
          <a:bodyPr/>
          <a:lstStyle/>
          <a:p>
            <a:fld id="{F35AC381-A3F5-4E5C-ADE7-C41DC6686940}" type="slidenum">
              <a:rPr lang="en-US" smtClean="0"/>
              <a:pPr/>
              <a:t>‹#›</a:t>
            </a:fld>
            <a:endParaRPr lang="en-US"/>
          </a:p>
        </p:txBody>
      </p:sp>
    </p:spTree>
    <p:extLst>
      <p:ext uri="{BB962C8B-B14F-4D97-AF65-F5344CB8AC3E}">
        <p14:creationId xmlns:p14="http://schemas.microsoft.com/office/powerpoint/2010/main" xmlns="" val="2209590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068FA5-8F34-7C31-4B79-B2733987FA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17E114F3-73CB-5671-C3DC-6E6C40C4A0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4883B75-A14C-9749-4894-12A1FDB09DDA}"/>
              </a:ext>
            </a:extLst>
          </p:cNvPr>
          <p:cNvSpPr>
            <a:spLocks noGrp="1"/>
          </p:cNvSpPr>
          <p:nvPr>
            <p:ph type="dt" sz="half" idx="10"/>
          </p:nvPr>
        </p:nvSpPr>
        <p:spPr/>
        <p:txBody>
          <a:bodyPr/>
          <a:lstStyle/>
          <a:p>
            <a:fld id="{72D33F48-17A3-4F48-A3DA-D64D9E0E60A1}" type="datetimeFigureOut">
              <a:rPr lang="en-US" smtClean="0"/>
              <a:pPr/>
              <a:t>8/3/2023</a:t>
            </a:fld>
            <a:endParaRPr lang="en-US"/>
          </a:p>
        </p:txBody>
      </p:sp>
      <p:sp>
        <p:nvSpPr>
          <p:cNvPr id="5" name="Footer Placeholder 4">
            <a:extLst>
              <a:ext uri="{FF2B5EF4-FFF2-40B4-BE49-F238E27FC236}">
                <a16:creationId xmlns:a16="http://schemas.microsoft.com/office/drawing/2014/main" xmlns="" id="{D63B04C4-966F-BE87-7C5E-F80BDAEC21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95E906E-4137-87CC-E6CE-701605CE4D96}"/>
              </a:ext>
            </a:extLst>
          </p:cNvPr>
          <p:cNvSpPr>
            <a:spLocks noGrp="1"/>
          </p:cNvSpPr>
          <p:nvPr>
            <p:ph type="sldNum" sz="quarter" idx="12"/>
          </p:nvPr>
        </p:nvSpPr>
        <p:spPr/>
        <p:txBody>
          <a:bodyPr/>
          <a:lstStyle/>
          <a:p>
            <a:fld id="{F35AC381-A3F5-4E5C-ADE7-C41DC6686940}" type="slidenum">
              <a:rPr lang="en-US" smtClean="0"/>
              <a:pPr/>
              <a:t>‹#›</a:t>
            </a:fld>
            <a:endParaRPr lang="en-US"/>
          </a:p>
        </p:txBody>
      </p:sp>
    </p:spTree>
    <p:extLst>
      <p:ext uri="{BB962C8B-B14F-4D97-AF65-F5344CB8AC3E}">
        <p14:creationId xmlns:p14="http://schemas.microsoft.com/office/powerpoint/2010/main" xmlns="" val="2652290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2EBF5274-24EB-1D1A-8A9A-2125DBC821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F2E36F8E-3F8F-A19F-8E3C-86D1A0546D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04BA6DF-60CC-893C-31ED-D17BFF64F72C}"/>
              </a:ext>
            </a:extLst>
          </p:cNvPr>
          <p:cNvSpPr>
            <a:spLocks noGrp="1"/>
          </p:cNvSpPr>
          <p:nvPr>
            <p:ph type="dt" sz="half" idx="10"/>
          </p:nvPr>
        </p:nvSpPr>
        <p:spPr/>
        <p:txBody>
          <a:bodyPr/>
          <a:lstStyle/>
          <a:p>
            <a:fld id="{72D33F48-17A3-4F48-A3DA-D64D9E0E60A1}" type="datetimeFigureOut">
              <a:rPr lang="en-US" smtClean="0"/>
              <a:pPr/>
              <a:t>8/3/2023</a:t>
            </a:fld>
            <a:endParaRPr lang="en-US"/>
          </a:p>
        </p:txBody>
      </p:sp>
      <p:sp>
        <p:nvSpPr>
          <p:cNvPr id="5" name="Footer Placeholder 4">
            <a:extLst>
              <a:ext uri="{FF2B5EF4-FFF2-40B4-BE49-F238E27FC236}">
                <a16:creationId xmlns:a16="http://schemas.microsoft.com/office/drawing/2014/main" xmlns="" id="{B85DF839-0CF2-F8DF-528B-6B214E8F18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C981E18-6184-01EA-9D1F-E6D2A001A3AC}"/>
              </a:ext>
            </a:extLst>
          </p:cNvPr>
          <p:cNvSpPr>
            <a:spLocks noGrp="1"/>
          </p:cNvSpPr>
          <p:nvPr>
            <p:ph type="sldNum" sz="quarter" idx="12"/>
          </p:nvPr>
        </p:nvSpPr>
        <p:spPr/>
        <p:txBody>
          <a:bodyPr/>
          <a:lstStyle/>
          <a:p>
            <a:fld id="{F35AC381-A3F5-4E5C-ADE7-C41DC6686940}" type="slidenum">
              <a:rPr lang="en-US" smtClean="0"/>
              <a:pPr/>
              <a:t>‹#›</a:t>
            </a:fld>
            <a:endParaRPr lang="en-US"/>
          </a:p>
        </p:txBody>
      </p:sp>
    </p:spTree>
    <p:extLst>
      <p:ext uri="{BB962C8B-B14F-4D97-AF65-F5344CB8AC3E}">
        <p14:creationId xmlns:p14="http://schemas.microsoft.com/office/powerpoint/2010/main" xmlns="" val="2855778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4F930B1-1107-8651-B2B9-6A449F0CC1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D4890264-80EE-A515-E4ED-021212B889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3C4215D-DD5E-2F4B-2873-3B43C48FFC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D33F48-17A3-4F48-A3DA-D64D9E0E60A1}" type="datetimeFigureOut">
              <a:rPr lang="en-US" smtClean="0"/>
              <a:pPr/>
              <a:t>8/3/2023</a:t>
            </a:fld>
            <a:endParaRPr lang="en-US"/>
          </a:p>
        </p:txBody>
      </p:sp>
      <p:sp>
        <p:nvSpPr>
          <p:cNvPr id="5" name="Footer Placeholder 4">
            <a:extLst>
              <a:ext uri="{FF2B5EF4-FFF2-40B4-BE49-F238E27FC236}">
                <a16:creationId xmlns:a16="http://schemas.microsoft.com/office/drawing/2014/main" xmlns="" id="{165D1037-8561-8152-8D6D-DA91D108E9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1A3EF7C0-F4A6-51F2-8B66-6DFCD89154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5AC381-A3F5-4E5C-ADE7-C41DC6686940}" type="slidenum">
              <a:rPr lang="en-US" smtClean="0"/>
              <a:pPr/>
              <a:t>‹#›</a:t>
            </a:fld>
            <a:endParaRPr lang="en-US"/>
          </a:p>
        </p:txBody>
      </p:sp>
    </p:spTree>
    <p:extLst>
      <p:ext uri="{BB962C8B-B14F-4D97-AF65-F5344CB8AC3E}">
        <p14:creationId xmlns:p14="http://schemas.microsoft.com/office/powerpoint/2010/main" xmlns="" val="24240288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AE7C45-E136-B7AF-CDCC-F2FFBC37EFF4}"/>
              </a:ext>
            </a:extLst>
          </p:cNvPr>
          <p:cNvSpPr>
            <a:spLocks noGrp="1"/>
          </p:cNvSpPr>
          <p:nvPr>
            <p:ph type="ctrTitle"/>
          </p:nvPr>
        </p:nvSpPr>
        <p:spPr>
          <a:xfrm>
            <a:off x="1524000" y="1616885"/>
            <a:ext cx="9144000" cy="2609881"/>
          </a:xfrm>
        </p:spPr>
        <p:txBody>
          <a:bodyPr>
            <a:normAutofit/>
          </a:bodyPr>
          <a:lstStyle/>
          <a:p>
            <a:r>
              <a:rPr lang="en-US" b="1" dirty="0">
                <a:latin typeface="Cambria" panose="02040503050406030204" pitchFamily="18" charset="0"/>
                <a:ea typeface="Cambria" panose="02040503050406030204" pitchFamily="18" charset="0"/>
              </a:rPr>
              <a:t>Global System for Mobile Communication </a:t>
            </a:r>
            <a:br>
              <a:rPr lang="en-US" b="1" dirty="0">
                <a:latin typeface="Cambria" panose="02040503050406030204" pitchFamily="18" charset="0"/>
                <a:ea typeface="Cambria" panose="02040503050406030204" pitchFamily="18" charset="0"/>
              </a:rPr>
            </a:br>
            <a:r>
              <a:rPr lang="en-US" b="1" dirty="0">
                <a:latin typeface="Cambria" panose="02040503050406030204" pitchFamily="18" charset="0"/>
                <a:ea typeface="Cambria" panose="02040503050406030204" pitchFamily="18" charset="0"/>
              </a:rPr>
              <a:t>(GSM)</a:t>
            </a:r>
          </a:p>
        </p:txBody>
      </p:sp>
    </p:spTree>
    <p:extLst>
      <p:ext uri="{BB962C8B-B14F-4D97-AF65-F5344CB8AC3E}">
        <p14:creationId xmlns:p14="http://schemas.microsoft.com/office/powerpoint/2010/main" xmlns="" val="1781372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B9BCC1-A0C4-5F7B-D424-6E527884F271}"/>
              </a:ext>
            </a:extLst>
          </p:cNvPr>
          <p:cNvSpPr>
            <a:spLocks noGrp="1"/>
          </p:cNvSpPr>
          <p:nvPr>
            <p:ph type="title"/>
          </p:nvPr>
        </p:nvSpPr>
        <p:spPr/>
        <p:txBody>
          <a:bodyPr/>
          <a:lstStyle/>
          <a:p>
            <a:r>
              <a:rPr lang="en-US" b="1" dirty="0">
                <a:latin typeface="Cambria" panose="02040503050406030204" pitchFamily="18" charset="0"/>
                <a:ea typeface="Cambria" panose="02040503050406030204" pitchFamily="18" charset="0"/>
              </a:rPr>
              <a:t>Introduction</a:t>
            </a:r>
          </a:p>
        </p:txBody>
      </p:sp>
      <p:sp>
        <p:nvSpPr>
          <p:cNvPr id="3" name="Content Placeholder 2">
            <a:extLst>
              <a:ext uri="{FF2B5EF4-FFF2-40B4-BE49-F238E27FC236}">
                <a16:creationId xmlns:a16="http://schemas.microsoft.com/office/drawing/2014/main" xmlns="" id="{B9F4A2B1-D5C9-EAC4-6DB2-E5559527ACA7}"/>
              </a:ext>
            </a:extLst>
          </p:cNvPr>
          <p:cNvSpPr>
            <a:spLocks noGrp="1"/>
          </p:cNvSpPr>
          <p:nvPr>
            <p:ph idx="1"/>
          </p:nvPr>
        </p:nvSpPr>
        <p:spPr/>
        <p:txBody>
          <a:bodyPr>
            <a:normAutofit/>
          </a:bodyPr>
          <a:lstStyle/>
          <a:p>
            <a:pPr marL="0" indent="0" algn="just">
              <a:buNone/>
            </a:pPr>
            <a:r>
              <a:rPr lang="en-US" sz="3200" spc="5" dirty="0">
                <a:effectLst/>
                <a:latin typeface="Cambria" panose="02040503050406030204" pitchFamily="18" charset="0"/>
                <a:ea typeface="Cambria" panose="02040503050406030204" pitchFamily="18" charset="0"/>
                <a:cs typeface="Georgia" panose="02040502050405020303" pitchFamily="18" charset="0"/>
              </a:rPr>
              <a:t>G</a:t>
            </a:r>
            <a:r>
              <a:rPr lang="en-US" sz="3200" dirty="0">
                <a:effectLst/>
                <a:latin typeface="Cambria" panose="02040503050406030204" pitchFamily="18" charset="0"/>
                <a:ea typeface="Cambria" panose="02040503050406030204" pitchFamily="18" charset="0"/>
                <a:cs typeface="Georgia" panose="02040502050405020303" pitchFamily="18" charset="0"/>
              </a:rPr>
              <a:t>l</a:t>
            </a:r>
            <a:r>
              <a:rPr lang="en-US" sz="3200" spc="-5" dirty="0">
                <a:effectLst/>
                <a:latin typeface="Cambria" panose="02040503050406030204" pitchFamily="18" charset="0"/>
                <a:ea typeface="Cambria" panose="02040503050406030204" pitchFamily="18" charset="0"/>
                <a:cs typeface="Georgia" panose="02040502050405020303" pitchFamily="18" charset="0"/>
              </a:rPr>
              <a:t>oba</a:t>
            </a:r>
            <a:r>
              <a:rPr lang="en-US" sz="3200" dirty="0">
                <a:effectLst/>
                <a:latin typeface="Cambria" panose="02040503050406030204" pitchFamily="18" charset="0"/>
                <a:ea typeface="Cambria" panose="02040503050406030204" pitchFamily="18" charset="0"/>
                <a:cs typeface="Georgia" panose="02040502050405020303" pitchFamily="18" charset="0"/>
              </a:rPr>
              <a:t>l </a:t>
            </a:r>
            <a:r>
              <a:rPr lang="en-US" sz="3200" spc="-5" dirty="0">
                <a:effectLst/>
                <a:latin typeface="Cambria" panose="02040503050406030204" pitchFamily="18" charset="0"/>
                <a:ea typeface="Cambria" panose="02040503050406030204" pitchFamily="18" charset="0"/>
                <a:cs typeface="Georgia" panose="02040502050405020303" pitchFamily="18" charset="0"/>
              </a:rPr>
              <a:t>sys</a:t>
            </a:r>
            <a:r>
              <a:rPr lang="en-US" sz="3200" spc="5" dirty="0">
                <a:effectLst/>
                <a:latin typeface="Cambria" panose="02040503050406030204" pitchFamily="18" charset="0"/>
                <a:ea typeface="Cambria" panose="02040503050406030204" pitchFamily="18" charset="0"/>
                <a:cs typeface="Georgia" panose="02040502050405020303" pitchFamily="18" charset="0"/>
              </a:rPr>
              <a:t>t</a:t>
            </a:r>
            <a:r>
              <a:rPr lang="en-US" sz="3200" spc="-5" dirty="0">
                <a:effectLst/>
                <a:latin typeface="Cambria" panose="02040503050406030204" pitchFamily="18" charset="0"/>
                <a:ea typeface="Cambria" panose="02040503050406030204" pitchFamily="18" charset="0"/>
                <a:cs typeface="Georgia" panose="02040502050405020303" pitchFamily="18" charset="0"/>
              </a:rPr>
              <a:t>e</a:t>
            </a:r>
            <a:r>
              <a:rPr lang="en-US" sz="3200" dirty="0">
                <a:effectLst/>
                <a:latin typeface="Cambria" panose="02040503050406030204" pitchFamily="18" charset="0"/>
                <a:ea typeface="Cambria" panose="02040503050406030204" pitchFamily="18" charset="0"/>
                <a:cs typeface="Georgia" panose="02040502050405020303" pitchFamily="18" charset="0"/>
              </a:rPr>
              <a:t>m</a:t>
            </a:r>
            <a:r>
              <a:rPr lang="en-US" sz="3200" spc="-5" dirty="0">
                <a:effectLst/>
                <a:latin typeface="Cambria" panose="02040503050406030204" pitchFamily="18" charset="0"/>
                <a:ea typeface="Cambria" panose="02040503050406030204" pitchFamily="18" charset="0"/>
                <a:cs typeface="Georgia" panose="02040502050405020303" pitchFamily="18" charset="0"/>
              </a:rPr>
              <a:t> </a:t>
            </a:r>
            <a:r>
              <a:rPr lang="en-US" sz="3200" spc="5" dirty="0">
                <a:effectLst/>
                <a:latin typeface="Cambria" panose="02040503050406030204" pitchFamily="18" charset="0"/>
                <a:ea typeface="Cambria" panose="02040503050406030204" pitchFamily="18" charset="0"/>
                <a:cs typeface="Georgia" panose="02040502050405020303" pitchFamily="18" charset="0"/>
              </a:rPr>
              <a:t>f</a:t>
            </a:r>
            <a:r>
              <a:rPr lang="en-US" sz="3200" dirty="0">
                <a:effectLst/>
                <a:latin typeface="Cambria" panose="02040503050406030204" pitchFamily="18" charset="0"/>
                <a:ea typeface="Cambria" panose="02040503050406030204" pitchFamily="18" charset="0"/>
                <a:cs typeface="Georgia" panose="02040502050405020303" pitchFamily="18" charset="0"/>
              </a:rPr>
              <a:t>or</a:t>
            </a:r>
            <a:r>
              <a:rPr lang="en-US" sz="3200" spc="-5" dirty="0">
                <a:effectLst/>
                <a:latin typeface="Cambria" panose="02040503050406030204" pitchFamily="18" charset="0"/>
                <a:ea typeface="Cambria" panose="02040503050406030204" pitchFamily="18" charset="0"/>
                <a:cs typeface="Georgia" panose="02040502050405020303" pitchFamily="18" charset="0"/>
              </a:rPr>
              <a:t> mobi</a:t>
            </a:r>
            <a:r>
              <a:rPr lang="en-US" sz="3200" dirty="0">
                <a:effectLst/>
                <a:latin typeface="Cambria" panose="02040503050406030204" pitchFamily="18" charset="0"/>
                <a:ea typeface="Cambria" panose="02040503050406030204" pitchFamily="18" charset="0"/>
                <a:cs typeface="Georgia" panose="02040502050405020303" pitchFamily="18" charset="0"/>
              </a:rPr>
              <a:t>le</a:t>
            </a:r>
            <a:r>
              <a:rPr lang="en-US" sz="3200" spc="-10" dirty="0">
                <a:effectLst/>
                <a:latin typeface="Cambria" panose="02040503050406030204" pitchFamily="18" charset="0"/>
                <a:ea typeface="Cambria" panose="02040503050406030204" pitchFamily="18" charset="0"/>
                <a:cs typeface="Georgia" panose="02040502050405020303" pitchFamily="18" charset="0"/>
              </a:rPr>
              <a:t> </a:t>
            </a:r>
            <a:r>
              <a:rPr lang="en-US" sz="3200" spc="-5" dirty="0">
                <a:effectLst/>
                <a:latin typeface="Cambria" panose="02040503050406030204" pitchFamily="18" charset="0"/>
                <a:ea typeface="Cambria" panose="02040503050406030204" pitchFamily="18" charset="0"/>
                <a:cs typeface="Georgia" panose="02040502050405020303" pitchFamily="18" charset="0"/>
              </a:rPr>
              <a:t>comm</a:t>
            </a:r>
            <a:r>
              <a:rPr lang="en-US" sz="3200" spc="5" dirty="0">
                <a:effectLst/>
                <a:latin typeface="Cambria" panose="02040503050406030204" pitchFamily="18" charset="0"/>
                <a:ea typeface="Cambria" panose="02040503050406030204" pitchFamily="18" charset="0"/>
                <a:cs typeface="Georgia" panose="02040502050405020303" pitchFamily="18" charset="0"/>
              </a:rPr>
              <a:t>u</a:t>
            </a:r>
            <a:r>
              <a:rPr lang="en-US" sz="3200" spc="-5" dirty="0">
                <a:effectLst/>
                <a:latin typeface="Cambria" panose="02040503050406030204" pitchFamily="18" charset="0"/>
                <a:ea typeface="Cambria" panose="02040503050406030204" pitchFamily="18" charset="0"/>
                <a:cs typeface="Georgia" panose="02040502050405020303" pitchFamily="18" charset="0"/>
              </a:rPr>
              <a:t>nica</a:t>
            </a:r>
            <a:r>
              <a:rPr lang="en-US" sz="3200" spc="5" dirty="0">
                <a:effectLst/>
                <a:latin typeface="Cambria" panose="02040503050406030204" pitchFamily="18" charset="0"/>
                <a:ea typeface="Cambria" panose="02040503050406030204" pitchFamily="18" charset="0"/>
                <a:cs typeface="Georgia" panose="02040502050405020303" pitchFamily="18" charset="0"/>
              </a:rPr>
              <a:t>t</a:t>
            </a:r>
            <a:r>
              <a:rPr lang="en-US" sz="3200" spc="-5" dirty="0">
                <a:effectLst/>
                <a:latin typeface="Cambria" panose="02040503050406030204" pitchFamily="18" charset="0"/>
                <a:ea typeface="Cambria" panose="02040503050406030204" pitchFamily="18" charset="0"/>
                <a:cs typeface="Georgia" panose="02040502050405020303" pitchFamily="18" charset="0"/>
              </a:rPr>
              <a:t>io</a:t>
            </a:r>
            <a:r>
              <a:rPr lang="en-US" sz="3200" dirty="0">
                <a:effectLst/>
                <a:latin typeface="Cambria" panose="02040503050406030204" pitchFamily="18" charset="0"/>
                <a:ea typeface="Cambria" panose="02040503050406030204" pitchFamily="18" charset="0"/>
                <a:cs typeface="Georgia" panose="02040502050405020303" pitchFamily="18" charset="0"/>
              </a:rPr>
              <a:t>n</a:t>
            </a:r>
            <a:r>
              <a:rPr lang="en-US" sz="3200" spc="-5" dirty="0">
                <a:effectLst/>
                <a:latin typeface="Cambria" panose="02040503050406030204" pitchFamily="18" charset="0"/>
                <a:ea typeface="Cambria" panose="02040503050406030204" pitchFamily="18" charset="0"/>
                <a:cs typeface="Georgia" panose="02040502050405020303" pitchFamily="18" charset="0"/>
              </a:rPr>
              <a:t> </a:t>
            </a:r>
            <a:r>
              <a:rPr lang="en-US" sz="3200" spc="5" dirty="0">
                <a:effectLst/>
                <a:latin typeface="Cambria" panose="02040503050406030204" pitchFamily="18" charset="0"/>
                <a:ea typeface="Cambria" panose="02040503050406030204" pitchFamily="18" charset="0"/>
                <a:cs typeface="Georgia" panose="02040502050405020303" pitchFamily="18" charset="0"/>
              </a:rPr>
              <a:t>(G</a:t>
            </a:r>
            <a:r>
              <a:rPr lang="en-US" sz="3200" spc="-5" dirty="0">
                <a:effectLst/>
                <a:latin typeface="Cambria" panose="02040503050406030204" pitchFamily="18" charset="0"/>
                <a:ea typeface="Cambria" panose="02040503050406030204" pitchFamily="18" charset="0"/>
                <a:cs typeface="Georgia" panose="02040502050405020303" pitchFamily="18" charset="0"/>
              </a:rPr>
              <a:t>S</a:t>
            </a:r>
            <a:r>
              <a:rPr lang="en-US" sz="3200" dirty="0">
                <a:effectLst/>
                <a:latin typeface="Cambria" panose="02040503050406030204" pitchFamily="18" charset="0"/>
                <a:ea typeface="Cambria" panose="02040503050406030204" pitchFamily="18" charset="0"/>
                <a:cs typeface="Georgia" panose="02040502050405020303" pitchFamily="18" charset="0"/>
              </a:rPr>
              <a:t>M) </a:t>
            </a:r>
            <a:r>
              <a:rPr lang="en-US" sz="3200" spc="-5" dirty="0">
                <a:effectLst/>
                <a:latin typeface="Cambria" panose="02040503050406030204" pitchFamily="18" charset="0"/>
                <a:ea typeface="Cambria" panose="02040503050406030204" pitchFamily="18" charset="0"/>
                <a:cs typeface="Georgia" panose="02040502050405020303" pitchFamily="18" charset="0"/>
              </a:rPr>
              <a:t>i</a:t>
            </a:r>
            <a:r>
              <a:rPr lang="en-US" sz="3200" dirty="0">
                <a:effectLst/>
                <a:latin typeface="Cambria" panose="02040503050406030204" pitchFamily="18" charset="0"/>
                <a:ea typeface="Cambria" panose="02040503050406030204" pitchFamily="18" charset="0"/>
                <a:cs typeface="Georgia" panose="02040502050405020303" pitchFamily="18" charset="0"/>
              </a:rPr>
              <a:t>s</a:t>
            </a:r>
            <a:r>
              <a:rPr lang="en-US" sz="3200" spc="-5" dirty="0">
                <a:effectLst/>
                <a:latin typeface="Cambria" panose="02040503050406030204" pitchFamily="18" charset="0"/>
                <a:ea typeface="Cambria" panose="02040503050406030204" pitchFamily="18" charset="0"/>
                <a:cs typeface="Georgia" panose="02040502050405020303" pitchFamily="18" charset="0"/>
              </a:rPr>
              <a:t> </a:t>
            </a:r>
            <a:r>
              <a:rPr lang="en-US" sz="3200" dirty="0">
                <a:effectLst/>
                <a:latin typeface="Cambria" panose="02040503050406030204" pitchFamily="18" charset="0"/>
                <a:ea typeface="Cambria" panose="02040503050406030204" pitchFamily="18" charset="0"/>
                <a:cs typeface="Georgia" panose="02040502050405020303" pitchFamily="18" charset="0"/>
              </a:rPr>
              <a:t>a</a:t>
            </a:r>
            <a:r>
              <a:rPr lang="en-US" sz="3200" spc="-5" dirty="0">
                <a:effectLst/>
                <a:latin typeface="Cambria" panose="02040503050406030204" pitchFamily="18" charset="0"/>
                <a:ea typeface="Cambria" panose="02040503050406030204" pitchFamily="18" charset="0"/>
                <a:cs typeface="Georgia" panose="02040502050405020303" pitchFamily="18" charset="0"/>
              </a:rPr>
              <a:t> g</a:t>
            </a:r>
            <a:r>
              <a:rPr lang="en-US" sz="3200" dirty="0">
                <a:effectLst/>
                <a:latin typeface="Cambria" panose="02040503050406030204" pitchFamily="18" charset="0"/>
                <a:ea typeface="Cambria" panose="02040503050406030204" pitchFamily="18" charset="0"/>
                <a:cs typeface="Georgia" panose="02040502050405020303" pitchFamily="18" charset="0"/>
              </a:rPr>
              <a:t>l</a:t>
            </a:r>
            <a:r>
              <a:rPr lang="en-US" sz="3200" spc="-5" dirty="0">
                <a:effectLst/>
                <a:latin typeface="Cambria" panose="02040503050406030204" pitchFamily="18" charset="0"/>
                <a:ea typeface="Cambria" panose="02040503050406030204" pitchFamily="18" charset="0"/>
                <a:cs typeface="Georgia" panose="02040502050405020303" pitchFamily="18" charset="0"/>
              </a:rPr>
              <a:t>oba</a:t>
            </a:r>
            <a:r>
              <a:rPr lang="en-US" sz="3200" dirty="0">
                <a:effectLst/>
                <a:latin typeface="Cambria" panose="02040503050406030204" pitchFamily="18" charset="0"/>
                <a:ea typeface="Cambria" panose="02040503050406030204" pitchFamily="18" charset="0"/>
                <a:cs typeface="Georgia" panose="02040502050405020303" pitchFamily="18" charset="0"/>
              </a:rPr>
              <a:t>lly</a:t>
            </a:r>
            <a:r>
              <a:rPr lang="en-US" sz="3200" spc="-5" dirty="0">
                <a:effectLst/>
                <a:latin typeface="Cambria" panose="02040503050406030204" pitchFamily="18" charset="0"/>
                <a:ea typeface="Cambria" panose="02040503050406030204" pitchFamily="18" charset="0"/>
                <a:cs typeface="Georgia" panose="02040502050405020303" pitchFamily="18" charset="0"/>
              </a:rPr>
              <a:t> ac</a:t>
            </a:r>
            <a:r>
              <a:rPr lang="en-US" sz="3200" spc="5" dirty="0">
                <a:effectLst/>
                <a:latin typeface="Cambria" panose="02040503050406030204" pitchFamily="18" charset="0"/>
                <a:ea typeface="Cambria" panose="02040503050406030204" pitchFamily="18" charset="0"/>
                <a:cs typeface="Georgia" panose="02040502050405020303" pitchFamily="18" charset="0"/>
              </a:rPr>
              <a:t>c</a:t>
            </a:r>
            <a:r>
              <a:rPr lang="en-US" sz="3200" spc="-5" dirty="0">
                <a:effectLst/>
                <a:latin typeface="Cambria" panose="02040503050406030204" pitchFamily="18" charset="0"/>
                <a:ea typeface="Cambria" panose="02040503050406030204" pitchFamily="18" charset="0"/>
                <a:cs typeface="Georgia" panose="02040502050405020303" pitchFamily="18" charset="0"/>
              </a:rPr>
              <a:t>ep</a:t>
            </a:r>
            <a:r>
              <a:rPr lang="en-US" sz="3200" spc="5" dirty="0">
                <a:effectLst/>
                <a:latin typeface="Cambria" panose="02040503050406030204" pitchFamily="18" charset="0"/>
                <a:ea typeface="Cambria" panose="02040503050406030204" pitchFamily="18" charset="0"/>
                <a:cs typeface="Georgia" panose="02040502050405020303" pitchFamily="18" charset="0"/>
              </a:rPr>
              <a:t>t</a:t>
            </a:r>
            <a:r>
              <a:rPr lang="en-US" sz="3200" spc="-5" dirty="0">
                <a:effectLst/>
                <a:latin typeface="Cambria" panose="02040503050406030204" pitchFamily="18" charset="0"/>
                <a:ea typeface="Cambria" panose="02040503050406030204" pitchFamily="18" charset="0"/>
                <a:cs typeface="Georgia" panose="02040502050405020303" pitchFamily="18" charset="0"/>
              </a:rPr>
              <a:t>e</a:t>
            </a:r>
            <a:r>
              <a:rPr lang="en-US" sz="3200" dirty="0">
                <a:effectLst/>
                <a:latin typeface="Cambria" panose="02040503050406030204" pitchFamily="18" charset="0"/>
                <a:ea typeface="Cambria" panose="02040503050406030204" pitchFamily="18" charset="0"/>
                <a:cs typeface="Georgia" panose="02040502050405020303" pitchFamily="18" charset="0"/>
              </a:rPr>
              <a:t>d</a:t>
            </a:r>
            <a:r>
              <a:rPr lang="en-US" sz="3200" spc="-5" dirty="0">
                <a:effectLst/>
                <a:latin typeface="Cambria" panose="02040503050406030204" pitchFamily="18" charset="0"/>
                <a:ea typeface="Cambria" panose="02040503050406030204" pitchFamily="18" charset="0"/>
                <a:cs typeface="Georgia" panose="02040502050405020303" pitchFamily="18" charset="0"/>
              </a:rPr>
              <a:t> s</a:t>
            </a:r>
            <a:r>
              <a:rPr lang="en-US" sz="3200" spc="5" dirty="0">
                <a:effectLst/>
                <a:latin typeface="Cambria" panose="02040503050406030204" pitchFamily="18" charset="0"/>
                <a:ea typeface="Cambria" panose="02040503050406030204" pitchFamily="18" charset="0"/>
                <a:cs typeface="Georgia" panose="02040502050405020303" pitchFamily="18" charset="0"/>
              </a:rPr>
              <a:t>t</a:t>
            </a:r>
            <a:r>
              <a:rPr lang="en-US" sz="3200" spc="-5" dirty="0">
                <a:effectLst/>
                <a:latin typeface="Cambria" panose="02040503050406030204" pitchFamily="18" charset="0"/>
                <a:ea typeface="Cambria" panose="02040503050406030204" pitchFamily="18" charset="0"/>
                <a:cs typeface="Georgia" panose="02040502050405020303" pitchFamily="18" charset="0"/>
              </a:rPr>
              <a:t>a</a:t>
            </a:r>
            <a:r>
              <a:rPr lang="en-US" sz="3200" spc="10" dirty="0">
                <a:effectLst/>
                <a:latin typeface="Cambria" panose="02040503050406030204" pitchFamily="18" charset="0"/>
                <a:ea typeface="Cambria" panose="02040503050406030204" pitchFamily="18" charset="0"/>
                <a:cs typeface="Georgia" panose="02040502050405020303" pitchFamily="18" charset="0"/>
              </a:rPr>
              <a:t>n</a:t>
            </a:r>
            <a:r>
              <a:rPr lang="en-US" sz="3200" spc="-5" dirty="0">
                <a:effectLst/>
                <a:latin typeface="Cambria" panose="02040503050406030204" pitchFamily="18" charset="0"/>
                <a:ea typeface="Cambria" panose="02040503050406030204" pitchFamily="18" charset="0"/>
                <a:cs typeface="Georgia" panose="02040502050405020303" pitchFamily="18" charset="0"/>
              </a:rPr>
              <a:t>da</a:t>
            </a:r>
            <a:r>
              <a:rPr lang="en-US" sz="3200" spc="10" dirty="0">
                <a:effectLst/>
                <a:latin typeface="Cambria" panose="02040503050406030204" pitchFamily="18" charset="0"/>
                <a:ea typeface="Cambria" panose="02040503050406030204" pitchFamily="18" charset="0"/>
                <a:cs typeface="Georgia" panose="02040502050405020303" pitchFamily="18" charset="0"/>
              </a:rPr>
              <a:t>r</a:t>
            </a:r>
            <a:r>
              <a:rPr lang="en-US" sz="3200" dirty="0">
                <a:effectLst/>
                <a:latin typeface="Cambria" panose="02040503050406030204" pitchFamily="18" charset="0"/>
                <a:ea typeface="Cambria" panose="02040503050406030204" pitchFamily="18" charset="0"/>
                <a:cs typeface="Georgia" panose="02040502050405020303" pitchFamily="18" charset="0"/>
              </a:rPr>
              <a:t>d for </a:t>
            </a:r>
            <a:r>
              <a:rPr lang="en-US" sz="3200" spc="-5" dirty="0">
                <a:effectLst/>
                <a:latin typeface="Cambria" panose="02040503050406030204" pitchFamily="18" charset="0"/>
                <a:ea typeface="Cambria" panose="02040503050406030204" pitchFamily="18" charset="0"/>
                <a:cs typeface="Georgia" panose="02040502050405020303" pitchFamily="18" charset="0"/>
              </a:rPr>
              <a:t>di</a:t>
            </a:r>
            <a:r>
              <a:rPr lang="en-US" sz="3200" dirty="0">
                <a:effectLst/>
                <a:latin typeface="Cambria" panose="02040503050406030204" pitchFamily="18" charset="0"/>
                <a:ea typeface="Cambria" panose="02040503050406030204" pitchFamily="18" charset="0"/>
                <a:cs typeface="Georgia" panose="02040502050405020303" pitchFamily="18" charset="0"/>
              </a:rPr>
              <a:t>g</a:t>
            </a:r>
            <a:r>
              <a:rPr lang="en-US" sz="3200" spc="-5" dirty="0">
                <a:effectLst/>
                <a:latin typeface="Cambria" panose="02040503050406030204" pitchFamily="18" charset="0"/>
                <a:ea typeface="Cambria" panose="02040503050406030204" pitchFamily="18" charset="0"/>
                <a:cs typeface="Georgia" panose="02040502050405020303" pitchFamily="18" charset="0"/>
              </a:rPr>
              <a:t>i</a:t>
            </a:r>
            <a:r>
              <a:rPr lang="en-US" sz="3200" dirty="0">
                <a:effectLst/>
                <a:latin typeface="Cambria" panose="02040503050406030204" pitchFamily="18" charset="0"/>
                <a:ea typeface="Cambria" panose="02040503050406030204" pitchFamily="18" charset="0"/>
                <a:cs typeface="Georgia" panose="02040502050405020303" pitchFamily="18" charset="0"/>
              </a:rPr>
              <a:t>t</a:t>
            </a:r>
            <a:r>
              <a:rPr lang="en-US" sz="3200" spc="-5" dirty="0">
                <a:effectLst/>
                <a:latin typeface="Cambria" panose="02040503050406030204" pitchFamily="18" charset="0"/>
                <a:ea typeface="Cambria" panose="02040503050406030204" pitchFamily="18" charset="0"/>
                <a:cs typeface="Georgia" panose="02040502050405020303" pitchFamily="18" charset="0"/>
              </a:rPr>
              <a:t>a</a:t>
            </a:r>
            <a:r>
              <a:rPr lang="en-US" sz="3200" dirty="0">
                <a:effectLst/>
                <a:latin typeface="Cambria" panose="02040503050406030204" pitchFamily="18" charset="0"/>
                <a:ea typeface="Cambria" panose="02040503050406030204" pitchFamily="18" charset="0"/>
                <a:cs typeface="Georgia" panose="02040502050405020303" pitchFamily="18" charset="0"/>
              </a:rPr>
              <a:t>l </a:t>
            </a:r>
            <a:r>
              <a:rPr lang="en-US" sz="3200" spc="-5" dirty="0">
                <a:effectLst/>
                <a:latin typeface="Cambria" panose="02040503050406030204" pitchFamily="18" charset="0"/>
                <a:ea typeface="Cambria" panose="02040503050406030204" pitchFamily="18" charset="0"/>
                <a:cs typeface="Georgia" panose="02040502050405020303" pitchFamily="18" charset="0"/>
              </a:rPr>
              <a:t>ce</a:t>
            </a:r>
            <a:r>
              <a:rPr lang="en-US" sz="3200" dirty="0">
                <a:effectLst/>
                <a:latin typeface="Cambria" panose="02040503050406030204" pitchFamily="18" charset="0"/>
                <a:ea typeface="Cambria" panose="02040503050406030204" pitchFamily="18" charset="0"/>
                <a:cs typeface="Georgia" panose="02040502050405020303" pitchFamily="18" charset="0"/>
              </a:rPr>
              <a:t>llul</a:t>
            </a:r>
            <a:r>
              <a:rPr lang="en-US" sz="3200" spc="-5" dirty="0">
                <a:effectLst/>
                <a:latin typeface="Cambria" panose="02040503050406030204" pitchFamily="18" charset="0"/>
                <a:ea typeface="Cambria" panose="02040503050406030204" pitchFamily="18" charset="0"/>
                <a:cs typeface="Georgia" panose="02040502050405020303" pitchFamily="18" charset="0"/>
              </a:rPr>
              <a:t>a</a:t>
            </a:r>
            <a:r>
              <a:rPr lang="en-US" sz="3200" dirty="0">
                <a:effectLst/>
                <a:latin typeface="Cambria" panose="02040503050406030204" pitchFamily="18" charset="0"/>
                <a:ea typeface="Cambria" panose="02040503050406030204" pitchFamily="18" charset="0"/>
                <a:cs typeface="Georgia" panose="02040502050405020303" pitchFamily="18" charset="0"/>
              </a:rPr>
              <a:t>r </a:t>
            </a:r>
            <a:r>
              <a:rPr lang="en-US" sz="3200" spc="-5" dirty="0">
                <a:effectLst/>
                <a:latin typeface="Cambria" panose="02040503050406030204" pitchFamily="18" charset="0"/>
                <a:ea typeface="Cambria" panose="02040503050406030204" pitchFamily="18" charset="0"/>
                <a:cs typeface="Georgia" panose="02040502050405020303" pitchFamily="18" charset="0"/>
              </a:rPr>
              <a:t>c</a:t>
            </a:r>
            <a:r>
              <a:rPr lang="en-US" sz="3200" dirty="0">
                <a:effectLst/>
                <a:latin typeface="Cambria" panose="02040503050406030204" pitchFamily="18" charset="0"/>
                <a:ea typeface="Cambria" panose="02040503050406030204" pitchFamily="18" charset="0"/>
                <a:cs typeface="Georgia" panose="02040502050405020303" pitchFamily="18" charset="0"/>
              </a:rPr>
              <a:t>o</a:t>
            </a:r>
            <a:r>
              <a:rPr lang="en-US" sz="3200" spc="-5" dirty="0">
                <a:effectLst/>
                <a:latin typeface="Cambria" panose="02040503050406030204" pitchFamily="18" charset="0"/>
                <a:ea typeface="Cambria" panose="02040503050406030204" pitchFamily="18" charset="0"/>
                <a:cs typeface="Georgia" panose="02040502050405020303" pitchFamily="18" charset="0"/>
              </a:rPr>
              <a:t>mm</a:t>
            </a:r>
            <a:r>
              <a:rPr lang="en-US" sz="3200" spc="5" dirty="0">
                <a:effectLst/>
                <a:latin typeface="Cambria" panose="02040503050406030204" pitchFamily="18" charset="0"/>
                <a:ea typeface="Cambria" panose="02040503050406030204" pitchFamily="18" charset="0"/>
                <a:cs typeface="Georgia" panose="02040502050405020303" pitchFamily="18" charset="0"/>
              </a:rPr>
              <a:t>u</a:t>
            </a:r>
            <a:r>
              <a:rPr lang="en-US" sz="3200" spc="-5" dirty="0">
                <a:effectLst/>
                <a:latin typeface="Cambria" panose="02040503050406030204" pitchFamily="18" charset="0"/>
                <a:ea typeface="Cambria" panose="02040503050406030204" pitchFamily="18" charset="0"/>
                <a:cs typeface="Georgia" panose="02040502050405020303" pitchFamily="18" charset="0"/>
              </a:rPr>
              <a:t>nica</a:t>
            </a:r>
            <a:r>
              <a:rPr lang="en-US" sz="3200" dirty="0">
                <a:effectLst/>
                <a:latin typeface="Cambria" panose="02040503050406030204" pitchFamily="18" charset="0"/>
                <a:ea typeface="Cambria" panose="02040503050406030204" pitchFamily="18" charset="0"/>
                <a:cs typeface="Georgia" panose="02040502050405020303" pitchFamily="18" charset="0"/>
              </a:rPr>
              <a:t>t</a:t>
            </a:r>
            <a:r>
              <a:rPr lang="en-US" sz="3200" spc="-5" dirty="0">
                <a:effectLst/>
                <a:latin typeface="Cambria" panose="02040503050406030204" pitchFamily="18" charset="0"/>
                <a:ea typeface="Cambria" panose="02040503050406030204" pitchFamily="18" charset="0"/>
                <a:cs typeface="Georgia" panose="02040502050405020303" pitchFamily="18" charset="0"/>
              </a:rPr>
              <a:t>i</a:t>
            </a:r>
            <a:r>
              <a:rPr lang="en-US" sz="3200" dirty="0">
                <a:effectLst/>
                <a:latin typeface="Cambria" panose="02040503050406030204" pitchFamily="18" charset="0"/>
                <a:ea typeface="Cambria" panose="02040503050406030204" pitchFamily="18" charset="0"/>
                <a:cs typeface="Georgia" panose="02040502050405020303" pitchFamily="18" charset="0"/>
              </a:rPr>
              <a:t>o</a:t>
            </a:r>
            <a:r>
              <a:rPr lang="en-US" sz="3200" spc="-5" dirty="0">
                <a:effectLst/>
                <a:latin typeface="Cambria" panose="02040503050406030204" pitchFamily="18" charset="0"/>
                <a:ea typeface="Cambria" panose="02040503050406030204" pitchFamily="18" charset="0"/>
                <a:cs typeface="Georgia" panose="02040502050405020303" pitchFamily="18" charset="0"/>
              </a:rPr>
              <a:t>n</a:t>
            </a:r>
            <a:r>
              <a:rPr lang="en-US" sz="3200" dirty="0">
                <a:effectLst/>
                <a:latin typeface="Cambria" panose="02040503050406030204" pitchFamily="18" charset="0"/>
                <a:ea typeface="Cambria" panose="02040503050406030204" pitchFamily="18" charset="0"/>
                <a:cs typeface="Georgia" panose="02040502050405020303" pitchFamily="18" charset="0"/>
              </a:rPr>
              <a:t>. G</a:t>
            </a:r>
            <a:r>
              <a:rPr lang="en-US" sz="3200" spc="-5" dirty="0">
                <a:effectLst/>
                <a:latin typeface="Cambria" panose="02040503050406030204" pitchFamily="18" charset="0"/>
                <a:ea typeface="Cambria" panose="02040503050406030204" pitchFamily="18" charset="0"/>
                <a:cs typeface="Georgia" panose="02040502050405020303" pitchFamily="18" charset="0"/>
              </a:rPr>
              <a:t>S</a:t>
            </a:r>
            <a:r>
              <a:rPr lang="en-US" sz="3200" dirty="0">
                <a:effectLst/>
                <a:latin typeface="Cambria" panose="02040503050406030204" pitchFamily="18" charset="0"/>
                <a:ea typeface="Cambria" panose="02040503050406030204" pitchFamily="18" charset="0"/>
                <a:cs typeface="Georgia" panose="02040502050405020303" pitchFamily="18" charset="0"/>
              </a:rPr>
              <a:t>M </a:t>
            </a:r>
            <a:r>
              <a:rPr lang="en-US" sz="3200" spc="-5" dirty="0">
                <a:effectLst/>
                <a:latin typeface="Cambria" panose="02040503050406030204" pitchFamily="18" charset="0"/>
                <a:ea typeface="Cambria" panose="02040503050406030204" pitchFamily="18" charset="0"/>
                <a:cs typeface="Georgia" panose="02040502050405020303" pitchFamily="18" charset="0"/>
              </a:rPr>
              <a:t>i</a:t>
            </a:r>
            <a:r>
              <a:rPr lang="en-US" sz="3200" dirty="0">
                <a:effectLst/>
                <a:latin typeface="Cambria" panose="02040503050406030204" pitchFamily="18" charset="0"/>
                <a:ea typeface="Cambria" panose="02040503050406030204" pitchFamily="18" charset="0"/>
                <a:cs typeface="Georgia" panose="02040502050405020303" pitchFamily="18" charset="0"/>
              </a:rPr>
              <a:t>s</a:t>
            </a:r>
            <a:r>
              <a:rPr lang="en-US" sz="3200" spc="-5" dirty="0">
                <a:effectLst/>
                <a:latin typeface="Cambria" panose="02040503050406030204" pitchFamily="18" charset="0"/>
                <a:ea typeface="Cambria" panose="02040503050406030204" pitchFamily="18" charset="0"/>
                <a:cs typeface="Georgia" panose="02040502050405020303" pitchFamily="18" charset="0"/>
              </a:rPr>
              <a:t> </a:t>
            </a:r>
            <a:r>
              <a:rPr lang="en-US" sz="3200" dirty="0">
                <a:effectLst/>
                <a:latin typeface="Cambria" panose="02040503050406030204" pitchFamily="18" charset="0"/>
                <a:ea typeface="Cambria" panose="02040503050406030204" pitchFamily="18" charset="0"/>
                <a:cs typeface="Georgia" panose="02040502050405020303" pitchFamily="18" charset="0"/>
              </a:rPr>
              <a:t>t</a:t>
            </a:r>
            <a:r>
              <a:rPr lang="en-US" sz="3200" spc="-5" dirty="0">
                <a:effectLst/>
                <a:latin typeface="Cambria" panose="02040503050406030204" pitchFamily="18" charset="0"/>
                <a:ea typeface="Cambria" panose="02040503050406030204" pitchFamily="18" charset="0"/>
                <a:cs typeface="Georgia" panose="02040502050405020303" pitchFamily="18" charset="0"/>
              </a:rPr>
              <a:t>h</a:t>
            </a:r>
            <a:r>
              <a:rPr lang="en-US" sz="3200" dirty="0">
                <a:effectLst/>
                <a:latin typeface="Cambria" panose="02040503050406030204" pitchFamily="18" charset="0"/>
                <a:ea typeface="Cambria" panose="02040503050406030204" pitchFamily="18" charset="0"/>
                <a:cs typeface="Georgia" panose="02040502050405020303" pitchFamily="18" charset="0"/>
              </a:rPr>
              <a:t>e</a:t>
            </a:r>
            <a:r>
              <a:rPr lang="en-US" sz="3200" spc="-10" dirty="0">
                <a:effectLst/>
                <a:latin typeface="Cambria" panose="02040503050406030204" pitchFamily="18" charset="0"/>
                <a:ea typeface="Cambria" panose="02040503050406030204" pitchFamily="18" charset="0"/>
                <a:cs typeface="Georgia" panose="02040502050405020303" pitchFamily="18" charset="0"/>
              </a:rPr>
              <a:t> </a:t>
            </a:r>
            <a:r>
              <a:rPr lang="en-US" sz="3200" dirty="0">
                <a:effectLst/>
                <a:latin typeface="Cambria" panose="02040503050406030204" pitchFamily="18" charset="0"/>
                <a:ea typeface="Cambria" panose="02040503050406030204" pitchFamily="18" charset="0"/>
                <a:cs typeface="Georgia" panose="02040502050405020303" pitchFamily="18" charset="0"/>
              </a:rPr>
              <a:t>n</a:t>
            </a:r>
            <a:r>
              <a:rPr lang="en-US" sz="3200" spc="-5" dirty="0">
                <a:effectLst/>
                <a:latin typeface="Cambria" panose="02040503050406030204" pitchFamily="18" charset="0"/>
                <a:ea typeface="Cambria" panose="02040503050406030204" pitchFamily="18" charset="0"/>
                <a:cs typeface="Georgia" panose="02040502050405020303" pitchFamily="18" charset="0"/>
              </a:rPr>
              <a:t>am</a:t>
            </a:r>
            <a:r>
              <a:rPr lang="en-US" sz="3200" dirty="0">
                <a:effectLst/>
                <a:latin typeface="Cambria" panose="02040503050406030204" pitchFamily="18" charset="0"/>
                <a:ea typeface="Cambria" panose="02040503050406030204" pitchFamily="18" charset="0"/>
                <a:cs typeface="Georgia" panose="02040502050405020303" pitchFamily="18" charset="0"/>
              </a:rPr>
              <a:t>e</a:t>
            </a:r>
            <a:r>
              <a:rPr lang="en-US" sz="3200" spc="-10" dirty="0">
                <a:effectLst/>
                <a:latin typeface="Cambria" panose="02040503050406030204" pitchFamily="18" charset="0"/>
                <a:ea typeface="Cambria" panose="02040503050406030204" pitchFamily="18" charset="0"/>
                <a:cs typeface="Georgia" panose="02040502050405020303" pitchFamily="18" charset="0"/>
              </a:rPr>
              <a:t> </a:t>
            </a:r>
            <a:r>
              <a:rPr lang="en-US" sz="3200" dirty="0">
                <a:effectLst/>
                <a:latin typeface="Cambria" panose="02040503050406030204" pitchFamily="18" charset="0"/>
                <a:ea typeface="Cambria" panose="02040503050406030204" pitchFamily="18" charset="0"/>
                <a:cs typeface="Georgia" panose="02040502050405020303" pitchFamily="18" charset="0"/>
              </a:rPr>
              <a:t>of a</a:t>
            </a:r>
            <a:r>
              <a:rPr lang="en-US" sz="3200" spc="5" dirty="0">
                <a:effectLst/>
                <a:latin typeface="Cambria" panose="02040503050406030204" pitchFamily="18" charset="0"/>
                <a:ea typeface="Cambria" panose="02040503050406030204" pitchFamily="18" charset="0"/>
                <a:cs typeface="Georgia" panose="02040502050405020303" pitchFamily="18" charset="0"/>
              </a:rPr>
              <a:t> </a:t>
            </a:r>
            <a:r>
              <a:rPr lang="en-US" sz="3200" spc="-5" dirty="0">
                <a:effectLst/>
                <a:latin typeface="Cambria" panose="02040503050406030204" pitchFamily="18" charset="0"/>
                <a:ea typeface="Cambria" panose="02040503050406030204" pitchFamily="18" charset="0"/>
                <a:cs typeface="Georgia" panose="02040502050405020303" pitchFamily="18" charset="0"/>
              </a:rPr>
              <a:t>s</a:t>
            </a:r>
            <a:r>
              <a:rPr lang="en-US" sz="3200" spc="5" dirty="0">
                <a:effectLst/>
                <a:latin typeface="Cambria" panose="02040503050406030204" pitchFamily="18" charset="0"/>
                <a:ea typeface="Cambria" panose="02040503050406030204" pitchFamily="18" charset="0"/>
                <a:cs typeface="Georgia" panose="02040502050405020303" pitchFamily="18" charset="0"/>
              </a:rPr>
              <a:t>t</a:t>
            </a:r>
            <a:r>
              <a:rPr lang="en-US" sz="3200" spc="-5" dirty="0">
                <a:effectLst/>
                <a:latin typeface="Cambria" panose="02040503050406030204" pitchFamily="18" charset="0"/>
                <a:ea typeface="Cambria" panose="02040503050406030204" pitchFamily="18" charset="0"/>
                <a:cs typeface="Georgia" panose="02040502050405020303" pitchFamily="18" charset="0"/>
              </a:rPr>
              <a:t>anda</a:t>
            </a:r>
            <a:r>
              <a:rPr lang="en-US" sz="3200" spc="10" dirty="0">
                <a:effectLst/>
                <a:latin typeface="Cambria" panose="02040503050406030204" pitchFamily="18" charset="0"/>
                <a:ea typeface="Cambria" panose="02040503050406030204" pitchFamily="18" charset="0"/>
                <a:cs typeface="Georgia" panose="02040502050405020303" pitchFamily="18" charset="0"/>
              </a:rPr>
              <a:t>r</a:t>
            </a:r>
            <a:r>
              <a:rPr lang="en-US" sz="3200" spc="-5" dirty="0">
                <a:effectLst/>
                <a:latin typeface="Cambria" panose="02040503050406030204" pitchFamily="18" charset="0"/>
                <a:ea typeface="Cambria" panose="02040503050406030204" pitchFamily="18" charset="0"/>
                <a:cs typeface="Georgia" panose="02040502050405020303" pitchFamily="18" charset="0"/>
              </a:rPr>
              <a:t>di</a:t>
            </a:r>
            <a:r>
              <a:rPr lang="en-US" sz="3200" spc="5" dirty="0">
                <a:effectLst/>
                <a:latin typeface="Cambria" panose="02040503050406030204" pitchFamily="18" charset="0"/>
                <a:ea typeface="Cambria" panose="02040503050406030204" pitchFamily="18" charset="0"/>
                <a:cs typeface="Georgia" panose="02040502050405020303" pitchFamily="18" charset="0"/>
              </a:rPr>
              <a:t>z</a:t>
            </a:r>
            <a:r>
              <a:rPr lang="en-US" sz="3200" spc="-5" dirty="0">
                <a:effectLst/>
                <a:latin typeface="Cambria" panose="02040503050406030204" pitchFamily="18" charset="0"/>
                <a:ea typeface="Cambria" panose="02040503050406030204" pitchFamily="18" charset="0"/>
                <a:cs typeface="Georgia" panose="02040502050405020303" pitchFamily="18" charset="0"/>
              </a:rPr>
              <a:t>a</a:t>
            </a:r>
            <a:r>
              <a:rPr lang="en-US" sz="3200" spc="5" dirty="0">
                <a:effectLst/>
                <a:latin typeface="Cambria" panose="02040503050406030204" pitchFamily="18" charset="0"/>
                <a:ea typeface="Cambria" panose="02040503050406030204" pitchFamily="18" charset="0"/>
                <a:cs typeface="Georgia" panose="02040502050405020303" pitchFamily="18" charset="0"/>
              </a:rPr>
              <a:t>t</a:t>
            </a:r>
            <a:r>
              <a:rPr lang="en-US" sz="3200" spc="-5" dirty="0">
                <a:effectLst/>
                <a:latin typeface="Cambria" panose="02040503050406030204" pitchFamily="18" charset="0"/>
                <a:ea typeface="Cambria" panose="02040503050406030204" pitchFamily="18" charset="0"/>
                <a:cs typeface="Georgia" panose="02040502050405020303" pitchFamily="18" charset="0"/>
              </a:rPr>
              <a:t>i</a:t>
            </a:r>
            <a:r>
              <a:rPr lang="en-US" sz="3200" dirty="0">
                <a:effectLst/>
                <a:latin typeface="Cambria" panose="02040503050406030204" pitchFamily="18" charset="0"/>
                <a:ea typeface="Cambria" panose="02040503050406030204" pitchFamily="18" charset="0"/>
                <a:cs typeface="Georgia" panose="02040502050405020303" pitchFamily="18" charset="0"/>
              </a:rPr>
              <a:t>on</a:t>
            </a:r>
            <a:r>
              <a:rPr lang="en-US" sz="3200" spc="-5" dirty="0">
                <a:effectLst/>
                <a:latin typeface="Cambria" panose="02040503050406030204" pitchFamily="18" charset="0"/>
                <a:ea typeface="Cambria" panose="02040503050406030204" pitchFamily="18" charset="0"/>
                <a:cs typeface="Georgia" panose="02040502050405020303" pitchFamily="18" charset="0"/>
              </a:rPr>
              <a:t> </a:t>
            </a:r>
            <a:r>
              <a:rPr lang="en-US" sz="3200" dirty="0">
                <a:effectLst/>
                <a:latin typeface="Cambria" panose="02040503050406030204" pitchFamily="18" charset="0"/>
                <a:ea typeface="Cambria" panose="02040503050406030204" pitchFamily="18" charset="0"/>
                <a:cs typeface="Georgia" panose="02040502050405020303" pitchFamily="18" charset="0"/>
              </a:rPr>
              <a:t>group </a:t>
            </a:r>
            <a:r>
              <a:rPr lang="en-US" sz="3200" spc="-5" dirty="0">
                <a:effectLst/>
                <a:latin typeface="Cambria" panose="02040503050406030204" pitchFamily="18" charset="0"/>
                <a:ea typeface="Cambria" panose="02040503050406030204" pitchFamily="18" charset="0"/>
                <a:cs typeface="Georgia" panose="02040502050405020303" pitchFamily="18" charset="0"/>
              </a:rPr>
              <a:t>es</a:t>
            </a:r>
            <a:r>
              <a:rPr lang="en-US" sz="3200" dirty="0">
                <a:effectLst/>
                <a:latin typeface="Cambria" panose="02040503050406030204" pitchFamily="18" charset="0"/>
                <a:ea typeface="Cambria" panose="02040503050406030204" pitchFamily="18" charset="0"/>
                <a:cs typeface="Georgia" panose="02040502050405020303" pitchFamily="18" charset="0"/>
              </a:rPr>
              <a:t>t</a:t>
            </a:r>
            <a:r>
              <a:rPr lang="en-US" sz="3200" spc="-5" dirty="0">
                <a:effectLst/>
                <a:latin typeface="Cambria" panose="02040503050406030204" pitchFamily="18" charset="0"/>
                <a:ea typeface="Cambria" panose="02040503050406030204" pitchFamily="18" charset="0"/>
                <a:cs typeface="Georgia" panose="02040502050405020303" pitchFamily="18" charset="0"/>
              </a:rPr>
              <a:t>a</a:t>
            </a:r>
            <a:r>
              <a:rPr lang="en-US" sz="3200" dirty="0">
                <a:effectLst/>
                <a:latin typeface="Cambria" panose="02040503050406030204" pitchFamily="18" charset="0"/>
                <a:ea typeface="Cambria" panose="02040503050406030204" pitchFamily="18" charset="0"/>
                <a:cs typeface="Georgia" panose="02040502050405020303" pitchFamily="18" charset="0"/>
              </a:rPr>
              <a:t>bl</a:t>
            </a:r>
            <a:r>
              <a:rPr lang="en-US" sz="3200" spc="-5" dirty="0">
                <a:effectLst/>
                <a:latin typeface="Cambria" panose="02040503050406030204" pitchFamily="18" charset="0"/>
                <a:ea typeface="Cambria" panose="02040503050406030204" pitchFamily="18" charset="0"/>
                <a:cs typeface="Georgia" panose="02040502050405020303" pitchFamily="18" charset="0"/>
              </a:rPr>
              <a:t>ish</a:t>
            </a:r>
            <a:r>
              <a:rPr lang="en-US" sz="3200" spc="5" dirty="0">
                <a:effectLst/>
                <a:latin typeface="Cambria" panose="02040503050406030204" pitchFamily="18" charset="0"/>
                <a:ea typeface="Cambria" panose="02040503050406030204" pitchFamily="18" charset="0"/>
                <a:cs typeface="Georgia" panose="02040502050405020303" pitchFamily="18" charset="0"/>
              </a:rPr>
              <a:t>e</a:t>
            </a:r>
            <a:r>
              <a:rPr lang="en-US" sz="3200" dirty="0">
                <a:effectLst/>
                <a:latin typeface="Cambria" panose="02040503050406030204" pitchFamily="18" charset="0"/>
                <a:ea typeface="Cambria" panose="02040503050406030204" pitchFamily="18" charset="0"/>
                <a:cs typeface="Georgia" panose="02040502050405020303" pitchFamily="18" charset="0"/>
              </a:rPr>
              <a:t>d</a:t>
            </a:r>
            <a:r>
              <a:rPr lang="en-US" sz="3200" spc="-10" dirty="0">
                <a:effectLst/>
                <a:latin typeface="Cambria" panose="02040503050406030204" pitchFamily="18" charset="0"/>
                <a:ea typeface="Cambria" panose="02040503050406030204" pitchFamily="18" charset="0"/>
                <a:cs typeface="Georgia" panose="02040502050405020303" pitchFamily="18" charset="0"/>
              </a:rPr>
              <a:t> </a:t>
            </a:r>
            <a:r>
              <a:rPr lang="en-US" sz="3200" spc="-5" dirty="0">
                <a:effectLst/>
                <a:latin typeface="Cambria" panose="02040503050406030204" pitchFamily="18" charset="0"/>
                <a:ea typeface="Cambria" panose="02040503050406030204" pitchFamily="18" charset="0"/>
                <a:cs typeface="Georgia" panose="02040502050405020303" pitchFamily="18" charset="0"/>
              </a:rPr>
              <a:t>i</a:t>
            </a:r>
            <a:r>
              <a:rPr lang="en-US" sz="3200" dirty="0">
                <a:effectLst/>
                <a:latin typeface="Cambria" panose="02040503050406030204" pitchFamily="18" charset="0"/>
                <a:ea typeface="Cambria" panose="02040503050406030204" pitchFamily="18" charset="0"/>
                <a:cs typeface="Georgia" panose="02040502050405020303" pitchFamily="18" charset="0"/>
              </a:rPr>
              <a:t>n</a:t>
            </a:r>
            <a:r>
              <a:rPr lang="en-US" sz="3200" spc="-5" dirty="0">
                <a:effectLst/>
                <a:latin typeface="Cambria" panose="02040503050406030204" pitchFamily="18" charset="0"/>
                <a:ea typeface="Cambria" panose="02040503050406030204" pitchFamily="18" charset="0"/>
                <a:cs typeface="Georgia" panose="02040502050405020303" pitchFamily="18" charset="0"/>
              </a:rPr>
              <a:t> </a:t>
            </a:r>
            <a:r>
              <a:rPr lang="en-US" sz="3200" cap="small" dirty="0">
                <a:effectLst/>
                <a:latin typeface="Cambria" panose="02040503050406030204" pitchFamily="18" charset="0"/>
                <a:ea typeface="Cambria" panose="02040503050406030204" pitchFamily="18" charset="0"/>
                <a:cs typeface="Georgia" panose="02040502050405020303" pitchFamily="18" charset="0"/>
              </a:rPr>
              <a:t>1982</a:t>
            </a:r>
            <a:r>
              <a:rPr lang="en-US" sz="3200" spc="-5" dirty="0">
                <a:effectLst/>
                <a:latin typeface="Cambria" panose="02040503050406030204" pitchFamily="18" charset="0"/>
                <a:ea typeface="Cambria" panose="02040503050406030204" pitchFamily="18" charset="0"/>
                <a:cs typeface="Georgia" panose="02040502050405020303" pitchFamily="18" charset="0"/>
              </a:rPr>
              <a:t> </a:t>
            </a:r>
            <a:r>
              <a:rPr lang="en-US" sz="3200" dirty="0">
                <a:effectLst/>
                <a:latin typeface="Cambria" panose="02040503050406030204" pitchFamily="18" charset="0"/>
                <a:ea typeface="Cambria" panose="02040503050406030204" pitchFamily="18" charset="0"/>
                <a:cs typeface="Georgia" panose="02040502050405020303" pitchFamily="18" charset="0"/>
              </a:rPr>
              <a:t>to </a:t>
            </a:r>
            <a:r>
              <a:rPr lang="en-US" sz="3200" spc="-5" dirty="0">
                <a:effectLst/>
                <a:latin typeface="Cambria" panose="02040503050406030204" pitchFamily="18" charset="0"/>
                <a:ea typeface="Cambria" panose="02040503050406030204" pitchFamily="18" charset="0"/>
                <a:cs typeface="Georgia" panose="02040502050405020303" pitchFamily="18" charset="0"/>
              </a:rPr>
              <a:t>c</a:t>
            </a:r>
            <a:r>
              <a:rPr lang="en-US" sz="3200" dirty="0">
                <a:effectLst/>
                <a:latin typeface="Cambria" panose="02040503050406030204" pitchFamily="18" charset="0"/>
                <a:ea typeface="Cambria" panose="02040503050406030204" pitchFamily="18" charset="0"/>
                <a:cs typeface="Georgia" panose="02040502050405020303" pitchFamily="18" charset="0"/>
              </a:rPr>
              <a:t>r</a:t>
            </a:r>
            <a:r>
              <a:rPr lang="en-US" sz="3200" spc="-5" dirty="0">
                <a:effectLst/>
                <a:latin typeface="Cambria" panose="02040503050406030204" pitchFamily="18" charset="0"/>
                <a:ea typeface="Cambria" panose="02040503050406030204" pitchFamily="18" charset="0"/>
                <a:cs typeface="Georgia" panose="02040502050405020303" pitchFamily="18" charset="0"/>
              </a:rPr>
              <a:t>ea</a:t>
            </a:r>
            <a:r>
              <a:rPr lang="en-US" sz="3200" dirty="0">
                <a:effectLst/>
                <a:latin typeface="Cambria" panose="02040503050406030204" pitchFamily="18" charset="0"/>
                <a:ea typeface="Cambria" panose="02040503050406030204" pitchFamily="18" charset="0"/>
                <a:cs typeface="Georgia" panose="02040502050405020303" pitchFamily="18" charset="0"/>
              </a:rPr>
              <a:t>te</a:t>
            </a:r>
            <a:r>
              <a:rPr lang="en-US" sz="3200" spc="-10" dirty="0">
                <a:effectLst/>
                <a:latin typeface="Cambria" panose="02040503050406030204" pitchFamily="18" charset="0"/>
                <a:ea typeface="Cambria" panose="02040503050406030204" pitchFamily="18" charset="0"/>
                <a:cs typeface="Georgia" panose="02040502050405020303" pitchFamily="18" charset="0"/>
              </a:rPr>
              <a:t> </a:t>
            </a:r>
            <a:r>
              <a:rPr lang="en-US" sz="3200" dirty="0">
                <a:effectLst/>
                <a:latin typeface="Cambria" panose="02040503050406030204" pitchFamily="18" charset="0"/>
                <a:ea typeface="Cambria" panose="02040503050406030204" pitchFamily="18" charset="0"/>
                <a:cs typeface="Georgia" panose="02040502050405020303" pitchFamily="18" charset="0"/>
              </a:rPr>
              <a:t>a </a:t>
            </a:r>
            <a:r>
              <a:rPr lang="en-US" sz="3200" spc="-5" dirty="0">
                <a:effectLst/>
                <a:latin typeface="Cambria" panose="02040503050406030204" pitchFamily="18" charset="0"/>
                <a:ea typeface="Cambria" panose="02040503050406030204" pitchFamily="18" charset="0"/>
                <a:cs typeface="Georgia" panose="02040502050405020303" pitchFamily="18" charset="0"/>
              </a:rPr>
              <a:t>c</a:t>
            </a:r>
            <a:r>
              <a:rPr lang="en-US" sz="3200" dirty="0">
                <a:effectLst/>
                <a:latin typeface="Cambria" panose="02040503050406030204" pitchFamily="18" charset="0"/>
                <a:ea typeface="Cambria" panose="02040503050406030204" pitchFamily="18" charset="0"/>
                <a:cs typeface="Georgia" panose="02040502050405020303" pitchFamily="18" charset="0"/>
              </a:rPr>
              <a:t>o</a:t>
            </a:r>
            <a:r>
              <a:rPr lang="en-US" sz="3200" spc="-5" dirty="0">
                <a:effectLst/>
                <a:latin typeface="Cambria" panose="02040503050406030204" pitchFamily="18" charset="0"/>
                <a:ea typeface="Cambria" panose="02040503050406030204" pitchFamily="18" charset="0"/>
                <a:cs typeface="Georgia" panose="02040502050405020303" pitchFamily="18" charset="0"/>
              </a:rPr>
              <a:t>mm</a:t>
            </a:r>
            <a:r>
              <a:rPr lang="en-US" sz="3200" dirty="0">
                <a:effectLst/>
                <a:latin typeface="Cambria" panose="02040503050406030204" pitchFamily="18" charset="0"/>
                <a:ea typeface="Cambria" panose="02040503050406030204" pitchFamily="18" charset="0"/>
                <a:cs typeface="Georgia" panose="02040502050405020303" pitchFamily="18" charset="0"/>
              </a:rPr>
              <a:t>on</a:t>
            </a:r>
            <a:r>
              <a:rPr lang="en-US" sz="3200" spc="5" dirty="0">
                <a:effectLst/>
                <a:latin typeface="Cambria" panose="02040503050406030204" pitchFamily="18" charset="0"/>
                <a:ea typeface="Cambria" panose="02040503050406030204" pitchFamily="18" charset="0"/>
                <a:cs typeface="Georgia" panose="02040502050405020303" pitchFamily="18" charset="0"/>
              </a:rPr>
              <a:t> </a:t>
            </a:r>
            <a:r>
              <a:rPr lang="en-US" sz="3200" spc="-5" dirty="0">
                <a:effectLst/>
                <a:latin typeface="Cambria" panose="02040503050406030204" pitchFamily="18" charset="0"/>
                <a:ea typeface="Cambria" panose="02040503050406030204" pitchFamily="18" charset="0"/>
                <a:cs typeface="Georgia" panose="02040502050405020303" pitchFamily="18" charset="0"/>
              </a:rPr>
              <a:t>E</a:t>
            </a:r>
            <a:r>
              <a:rPr lang="en-US" sz="3200" spc="5" dirty="0">
                <a:effectLst/>
                <a:latin typeface="Cambria" panose="02040503050406030204" pitchFamily="18" charset="0"/>
                <a:ea typeface="Cambria" panose="02040503050406030204" pitchFamily="18" charset="0"/>
                <a:cs typeface="Georgia" panose="02040502050405020303" pitchFamily="18" charset="0"/>
              </a:rPr>
              <a:t>u</a:t>
            </a:r>
            <a:r>
              <a:rPr lang="en-US" sz="3200" dirty="0">
                <a:effectLst/>
                <a:latin typeface="Cambria" panose="02040503050406030204" pitchFamily="18" charset="0"/>
                <a:ea typeface="Cambria" panose="02040503050406030204" pitchFamily="18" charset="0"/>
                <a:cs typeface="Georgia" panose="02040502050405020303" pitchFamily="18" charset="0"/>
              </a:rPr>
              <a:t>ro</a:t>
            </a:r>
            <a:r>
              <a:rPr lang="en-US" sz="3200" spc="-5" dirty="0">
                <a:effectLst/>
                <a:latin typeface="Cambria" panose="02040503050406030204" pitchFamily="18" charset="0"/>
                <a:ea typeface="Cambria" panose="02040503050406030204" pitchFamily="18" charset="0"/>
                <a:cs typeface="Georgia" panose="02040502050405020303" pitchFamily="18" charset="0"/>
              </a:rPr>
              <a:t>pea</a:t>
            </a:r>
            <a:r>
              <a:rPr lang="en-US" sz="3200" dirty="0">
                <a:effectLst/>
                <a:latin typeface="Cambria" panose="02040503050406030204" pitchFamily="18" charset="0"/>
                <a:ea typeface="Cambria" panose="02040503050406030204" pitchFamily="18" charset="0"/>
                <a:cs typeface="Georgia" panose="02040502050405020303" pitchFamily="18" charset="0"/>
              </a:rPr>
              <a:t>n</a:t>
            </a:r>
            <a:r>
              <a:rPr lang="en-US" sz="3200" spc="-5" dirty="0">
                <a:effectLst/>
                <a:latin typeface="Cambria" panose="02040503050406030204" pitchFamily="18" charset="0"/>
                <a:ea typeface="Cambria" panose="02040503050406030204" pitchFamily="18" charset="0"/>
                <a:cs typeface="Georgia" panose="02040502050405020303" pitchFamily="18" charset="0"/>
              </a:rPr>
              <a:t> m</a:t>
            </a:r>
            <a:r>
              <a:rPr lang="en-US" sz="3200" dirty="0">
                <a:effectLst/>
                <a:latin typeface="Cambria" panose="02040503050406030204" pitchFamily="18" charset="0"/>
                <a:ea typeface="Cambria" panose="02040503050406030204" pitchFamily="18" charset="0"/>
                <a:cs typeface="Georgia" panose="02040502050405020303" pitchFamily="18" charset="0"/>
              </a:rPr>
              <a:t>ob</a:t>
            </a:r>
            <a:r>
              <a:rPr lang="en-US" sz="3200" spc="-5" dirty="0">
                <a:effectLst/>
                <a:latin typeface="Cambria" panose="02040503050406030204" pitchFamily="18" charset="0"/>
                <a:ea typeface="Cambria" panose="02040503050406030204" pitchFamily="18" charset="0"/>
                <a:cs typeface="Georgia" panose="02040502050405020303" pitchFamily="18" charset="0"/>
              </a:rPr>
              <a:t>i</a:t>
            </a:r>
            <a:r>
              <a:rPr lang="en-US" sz="3200" dirty="0">
                <a:effectLst/>
                <a:latin typeface="Cambria" panose="02040503050406030204" pitchFamily="18" charset="0"/>
                <a:ea typeface="Cambria" panose="02040503050406030204" pitchFamily="18" charset="0"/>
                <a:cs typeface="Georgia" panose="02040502050405020303" pitchFamily="18" charset="0"/>
              </a:rPr>
              <a:t>le</a:t>
            </a:r>
            <a:r>
              <a:rPr lang="en-US" sz="3200" spc="-10" dirty="0">
                <a:effectLst/>
                <a:latin typeface="Cambria" panose="02040503050406030204" pitchFamily="18" charset="0"/>
                <a:ea typeface="Cambria" panose="02040503050406030204" pitchFamily="18" charset="0"/>
                <a:cs typeface="Georgia" panose="02040502050405020303" pitchFamily="18" charset="0"/>
              </a:rPr>
              <a:t> </a:t>
            </a:r>
            <a:r>
              <a:rPr lang="en-US" sz="3200" dirty="0">
                <a:effectLst/>
                <a:latin typeface="Cambria" panose="02040503050406030204" pitchFamily="18" charset="0"/>
                <a:ea typeface="Cambria" panose="02040503050406030204" pitchFamily="18" charset="0"/>
                <a:cs typeface="Georgia" panose="02040502050405020303" pitchFamily="18" charset="0"/>
              </a:rPr>
              <a:t>t</a:t>
            </a:r>
            <a:r>
              <a:rPr lang="en-US" sz="3200" spc="-5" dirty="0">
                <a:effectLst/>
                <a:latin typeface="Cambria" panose="02040503050406030204" pitchFamily="18" charset="0"/>
                <a:ea typeface="Cambria" panose="02040503050406030204" pitchFamily="18" charset="0"/>
                <a:cs typeface="Georgia" panose="02040502050405020303" pitchFamily="18" charset="0"/>
              </a:rPr>
              <a:t>e</a:t>
            </a:r>
            <a:r>
              <a:rPr lang="en-US" sz="3200" dirty="0">
                <a:effectLst/>
                <a:latin typeface="Cambria" panose="02040503050406030204" pitchFamily="18" charset="0"/>
                <a:ea typeface="Cambria" panose="02040503050406030204" pitchFamily="18" charset="0"/>
                <a:cs typeface="Georgia" panose="02040502050405020303" pitchFamily="18" charset="0"/>
              </a:rPr>
              <a:t>l</a:t>
            </a:r>
            <a:r>
              <a:rPr lang="en-US" sz="3200" spc="-5" dirty="0">
                <a:effectLst/>
                <a:latin typeface="Cambria" panose="02040503050406030204" pitchFamily="18" charset="0"/>
                <a:ea typeface="Cambria" panose="02040503050406030204" pitchFamily="18" charset="0"/>
                <a:cs typeface="Georgia" panose="02040502050405020303" pitchFamily="18" charset="0"/>
              </a:rPr>
              <a:t>e</a:t>
            </a:r>
            <a:r>
              <a:rPr lang="en-US" sz="3200" dirty="0">
                <a:effectLst/>
                <a:latin typeface="Cambria" panose="02040503050406030204" pitchFamily="18" charset="0"/>
                <a:ea typeface="Cambria" panose="02040503050406030204" pitchFamily="18" charset="0"/>
                <a:cs typeface="Georgia" panose="02040502050405020303" pitchFamily="18" charset="0"/>
              </a:rPr>
              <a:t>p</a:t>
            </a:r>
            <a:r>
              <a:rPr lang="en-US" sz="3200" spc="-5" dirty="0">
                <a:effectLst/>
                <a:latin typeface="Cambria" panose="02040503050406030204" pitchFamily="18" charset="0"/>
                <a:ea typeface="Cambria" panose="02040503050406030204" pitchFamily="18" charset="0"/>
                <a:cs typeface="Georgia" panose="02040502050405020303" pitchFamily="18" charset="0"/>
              </a:rPr>
              <a:t>h</a:t>
            </a:r>
            <a:r>
              <a:rPr lang="en-US" sz="3200" dirty="0">
                <a:effectLst/>
                <a:latin typeface="Cambria" panose="02040503050406030204" pitchFamily="18" charset="0"/>
                <a:ea typeface="Cambria" panose="02040503050406030204" pitchFamily="18" charset="0"/>
                <a:cs typeface="Georgia" panose="02040502050405020303" pitchFamily="18" charset="0"/>
              </a:rPr>
              <a:t>o</a:t>
            </a:r>
            <a:r>
              <a:rPr lang="en-US" sz="3200" spc="-5" dirty="0">
                <a:effectLst/>
                <a:latin typeface="Cambria" panose="02040503050406030204" pitchFamily="18" charset="0"/>
                <a:ea typeface="Cambria" panose="02040503050406030204" pitchFamily="18" charset="0"/>
                <a:cs typeface="Georgia" panose="02040502050405020303" pitchFamily="18" charset="0"/>
              </a:rPr>
              <a:t>n</a:t>
            </a:r>
            <a:r>
              <a:rPr lang="en-US" sz="3200" dirty="0">
                <a:effectLst/>
                <a:latin typeface="Cambria" panose="02040503050406030204" pitchFamily="18" charset="0"/>
                <a:ea typeface="Cambria" panose="02040503050406030204" pitchFamily="18" charset="0"/>
                <a:cs typeface="Georgia" panose="02040502050405020303" pitchFamily="18" charset="0"/>
              </a:rPr>
              <a:t>e</a:t>
            </a:r>
            <a:r>
              <a:rPr lang="en-US" sz="3200" spc="-10" dirty="0">
                <a:effectLst/>
                <a:latin typeface="Cambria" panose="02040503050406030204" pitchFamily="18" charset="0"/>
                <a:ea typeface="Cambria" panose="02040503050406030204" pitchFamily="18" charset="0"/>
                <a:cs typeface="Georgia" panose="02040502050405020303" pitchFamily="18" charset="0"/>
              </a:rPr>
              <a:t> </a:t>
            </a:r>
            <a:r>
              <a:rPr lang="en-US" sz="3200" spc="-5" dirty="0">
                <a:effectLst/>
                <a:latin typeface="Cambria" panose="02040503050406030204" pitchFamily="18" charset="0"/>
                <a:ea typeface="Cambria" panose="02040503050406030204" pitchFamily="18" charset="0"/>
                <a:cs typeface="Georgia" panose="02040502050405020303" pitchFamily="18" charset="0"/>
              </a:rPr>
              <a:t>s</a:t>
            </a:r>
            <a:r>
              <a:rPr lang="en-US" sz="3200" spc="5" dirty="0">
                <a:effectLst/>
                <a:latin typeface="Cambria" panose="02040503050406030204" pitchFamily="18" charset="0"/>
                <a:ea typeface="Cambria" panose="02040503050406030204" pitchFamily="18" charset="0"/>
                <a:cs typeface="Georgia" panose="02040502050405020303" pitchFamily="18" charset="0"/>
              </a:rPr>
              <a:t>t</a:t>
            </a:r>
            <a:r>
              <a:rPr lang="en-US" sz="3200" spc="-5" dirty="0">
                <a:effectLst/>
                <a:latin typeface="Cambria" panose="02040503050406030204" pitchFamily="18" charset="0"/>
                <a:ea typeface="Cambria" panose="02040503050406030204" pitchFamily="18" charset="0"/>
                <a:cs typeface="Georgia" panose="02040502050405020303" pitchFamily="18" charset="0"/>
              </a:rPr>
              <a:t>a</a:t>
            </a:r>
            <a:r>
              <a:rPr lang="en-US" sz="3200" spc="10" dirty="0">
                <a:effectLst/>
                <a:latin typeface="Cambria" panose="02040503050406030204" pitchFamily="18" charset="0"/>
                <a:ea typeface="Cambria" panose="02040503050406030204" pitchFamily="18" charset="0"/>
                <a:cs typeface="Georgia" panose="02040502050405020303" pitchFamily="18" charset="0"/>
              </a:rPr>
              <a:t>n</a:t>
            </a:r>
            <a:r>
              <a:rPr lang="en-US" sz="3200" spc="-5" dirty="0">
                <a:effectLst/>
                <a:latin typeface="Cambria" panose="02040503050406030204" pitchFamily="18" charset="0"/>
                <a:ea typeface="Cambria" panose="02040503050406030204" pitchFamily="18" charset="0"/>
                <a:cs typeface="Georgia" panose="02040502050405020303" pitchFamily="18" charset="0"/>
              </a:rPr>
              <a:t>da</a:t>
            </a:r>
            <a:r>
              <a:rPr lang="en-US" sz="3200" spc="10" dirty="0">
                <a:effectLst/>
                <a:latin typeface="Cambria" panose="02040503050406030204" pitchFamily="18" charset="0"/>
                <a:ea typeface="Cambria" panose="02040503050406030204" pitchFamily="18" charset="0"/>
                <a:cs typeface="Georgia" panose="02040502050405020303" pitchFamily="18" charset="0"/>
              </a:rPr>
              <a:t>r</a:t>
            </a:r>
            <a:r>
              <a:rPr lang="en-US" sz="3200" dirty="0">
                <a:effectLst/>
                <a:latin typeface="Cambria" panose="02040503050406030204" pitchFamily="18" charset="0"/>
                <a:ea typeface="Cambria" panose="02040503050406030204" pitchFamily="18" charset="0"/>
                <a:cs typeface="Georgia" panose="02040502050405020303" pitchFamily="18" charset="0"/>
              </a:rPr>
              <a:t>d t</a:t>
            </a:r>
            <a:r>
              <a:rPr lang="en-US" sz="3200" spc="-5" dirty="0">
                <a:effectLst/>
                <a:latin typeface="Cambria" panose="02040503050406030204" pitchFamily="18" charset="0"/>
                <a:ea typeface="Cambria" panose="02040503050406030204" pitchFamily="18" charset="0"/>
                <a:cs typeface="Georgia" panose="02040502050405020303" pitchFamily="18" charset="0"/>
              </a:rPr>
              <a:t>ha</a:t>
            </a:r>
            <a:r>
              <a:rPr lang="en-US" sz="3200" dirty="0">
                <a:effectLst/>
                <a:latin typeface="Cambria" panose="02040503050406030204" pitchFamily="18" charset="0"/>
                <a:ea typeface="Cambria" panose="02040503050406030204" pitchFamily="18" charset="0"/>
                <a:cs typeface="Georgia" panose="02040502050405020303" pitchFamily="18" charset="0"/>
              </a:rPr>
              <a:t>t would</a:t>
            </a:r>
            <a:r>
              <a:rPr lang="en-US" sz="3200" spc="-10" dirty="0">
                <a:effectLst/>
                <a:latin typeface="Cambria" panose="02040503050406030204" pitchFamily="18" charset="0"/>
                <a:ea typeface="Cambria" panose="02040503050406030204" pitchFamily="18" charset="0"/>
                <a:cs typeface="Georgia" panose="02040502050405020303" pitchFamily="18" charset="0"/>
              </a:rPr>
              <a:t> </a:t>
            </a:r>
            <a:r>
              <a:rPr lang="en-US" sz="3200" dirty="0">
                <a:effectLst/>
                <a:latin typeface="Cambria" panose="02040503050406030204" pitchFamily="18" charset="0"/>
                <a:ea typeface="Cambria" panose="02040503050406030204" pitchFamily="18" charset="0"/>
                <a:cs typeface="Georgia" panose="02040502050405020303" pitchFamily="18" charset="0"/>
              </a:rPr>
              <a:t>for</a:t>
            </a:r>
            <a:r>
              <a:rPr lang="en-US" sz="3200" spc="-15" dirty="0">
                <a:effectLst/>
                <a:latin typeface="Cambria" panose="02040503050406030204" pitchFamily="18" charset="0"/>
                <a:ea typeface="Cambria" panose="02040503050406030204" pitchFamily="18" charset="0"/>
                <a:cs typeface="Georgia" panose="02040502050405020303" pitchFamily="18" charset="0"/>
              </a:rPr>
              <a:t>m</a:t>
            </a:r>
            <a:r>
              <a:rPr lang="en-US" sz="3200" dirty="0">
                <a:effectLst/>
                <a:latin typeface="Cambria" panose="02040503050406030204" pitchFamily="18" charset="0"/>
                <a:ea typeface="Cambria" panose="02040503050406030204" pitchFamily="18" charset="0"/>
                <a:cs typeface="Georgia" panose="02040502050405020303" pitchFamily="18" charset="0"/>
              </a:rPr>
              <a:t>ul</a:t>
            </a:r>
            <a:r>
              <a:rPr lang="en-US" sz="3200" spc="-5" dirty="0">
                <a:effectLst/>
                <a:latin typeface="Cambria" panose="02040503050406030204" pitchFamily="18" charset="0"/>
                <a:ea typeface="Cambria" panose="02040503050406030204" pitchFamily="18" charset="0"/>
                <a:cs typeface="Georgia" panose="02040502050405020303" pitchFamily="18" charset="0"/>
              </a:rPr>
              <a:t>a</a:t>
            </a:r>
            <a:r>
              <a:rPr lang="en-US" sz="3200" spc="5" dirty="0">
                <a:effectLst/>
                <a:latin typeface="Cambria" panose="02040503050406030204" pitchFamily="18" charset="0"/>
                <a:ea typeface="Cambria" panose="02040503050406030204" pitchFamily="18" charset="0"/>
                <a:cs typeface="Georgia" panose="02040502050405020303" pitchFamily="18" charset="0"/>
              </a:rPr>
              <a:t>t</a:t>
            </a:r>
            <a:r>
              <a:rPr lang="en-US" sz="3200" dirty="0">
                <a:effectLst/>
                <a:latin typeface="Cambria" panose="02040503050406030204" pitchFamily="18" charset="0"/>
                <a:ea typeface="Cambria" panose="02040503050406030204" pitchFamily="18" charset="0"/>
                <a:cs typeface="Georgia" panose="02040502050405020303" pitchFamily="18" charset="0"/>
              </a:rPr>
              <a:t>e</a:t>
            </a:r>
            <a:r>
              <a:rPr lang="en-US" sz="3200" spc="-10" dirty="0">
                <a:effectLst/>
                <a:latin typeface="Cambria" panose="02040503050406030204" pitchFamily="18" charset="0"/>
                <a:ea typeface="Cambria" panose="02040503050406030204" pitchFamily="18" charset="0"/>
                <a:cs typeface="Georgia" panose="02040502050405020303" pitchFamily="18" charset="0"/>
              </a:rPr>
              <a:t> </a:t>
            </a:r>
            <a:r>
              <a:rPr lang="en-US" sz="3200" spc="-5" dirty="0">
                <a:effectLst/>
                <a:latin typeface="Cambria" panose="02040503050406030204" pitchFamily="18" charset="0"/>
                <a:ea typeface="Cambria" panose="02040503050406030204" pitchFamily="18" charset="0"/>
                <a:cs typeface="Georgia" panose="02040502050405020303" pitchFamily="18" charset="0"/>
              </a:rPr>
              <a:t>speci</a:t>
            </a:r>
            <a:r>
              <a:rPr lang="en-US" sz="3200" spc="5" dirty="0">
                <a:effectLst/>
                <a:latin typeface="Cambria" panose="02040503050406030204" pitchFamily="18" charset="0"/>
                <a:ea typeface="Cambria" panose="02040503050406030204" pitchFamily="18" charset="0"/>
                <a:cs typeface="Georgia" panose="02040502050405020303" pitchFamily="18" charset="0"/>
              </a:rPr>
              <a:t>f</a:t>
            </a:r>
            <a:r>
              <a:rPr lang="en-US" sz="3200" spc="-5" dirty="0">
                <a:effectLst/>
                <a:latin typeface="Cambria" panose="02040503050406030204" pitchFamily="18" charset="0"/>
                <a:ea typeface="Cambria" panose="02040503050406030204" pitchFamily="18" charset="0"/>
                <a:cs typeface="Georgia" panose="02040502050405020303" pitchFamily="18" charset="0"/>
              </a:rPr>
              <a:t>ica</a:t>
            </a:r>
            <a:r>
              <a:rPr lang="en-US" sz="3200" spc="5" dirty="0">
                <a:effectLst/>
                <a:latin typeface="Cambria" panose="02040503050406030204" pitchFamily="18" charset="0"/>
                <a:ea typeface="Cambria" panose="02040503050406030204" pitchFamily="18" charset="0"/>
                <a:cs typeface="Georgia" panose="02040502050405020303" pitchFamily="18" charset="0"/>
              </a:rPr>
              <a:t>t</a:t>
            </a:r>
            <a:r>
              <a:rPr lang="en-US" sz="3200" spc="-5" dirty="0">
                <a:effectLst/>
                <a:latin typeface="Cambria" panose="02040503050406030204" pitchFamily="18" charset="0"/>
                <a:ea typeface="Cambria" panose="02040503050406030204" pitchFamily="18" charset="0"/>
                <a:cs typeface="Georgia" panose="02040502050405020303" pitchFamily="18" charset="0"/>
              </a:rPr>
              <a:t>i</a:t>
            </a:r>
            <a:r>
              <a:rPr lang="en-US" sz="3200" dirty="0">
                <a:effectLst/>
                <a:latin typeface="Cambria" panose="02040503050406030204" pitchFamily="18" charset="0"/>
                <a:ea typeface="Cambria" panose="02040503050406030204" pitchFamily="18" charset="0"/>
                <a:cs typeface="Georgia" panose="02040502050405020303" pitchFamily="18" charset="0"/>
              </a:rPr>
              <a:t>o</a:t>
            </a:r>
            <a:r>
              <a:rPr lang="en-US" sz="3200" spc="-5" dirty="0">
                <a:effectLst/>
                <a:latin typeface="Cambria" panose="02040503050406030204" pitchFamily="18" charset="0"/>
                <a:ea typeface="Cambria" panose="02040503050406030204" pitchFamily="18" charset="0"/>
                <a:cs typeface="Georgia" panose="02040502050405020303" pitchFamily="18" charset="0"/>
              </a:rPr>
              <a:t>n</a:t>
            </a:r>
            <a:r>
              <a:rPr lang="en-US" sz="3200" dirty="0">
                <a:effectLst/>
                <a:latin typeface="Cambria" panose="02040503050406030204" pitchFamily="18" charset="0"/>
                <a:ea typeface="Cambria" panose="02040503050406030204" pitchFamily="18" charset="0"/>
                <a:cs typeface="Georgia" panose="02040502050405020303" pitchFamily="18" charset="0"/>
              </a:rPr>
              <a:t>s</a:t>
            </a:r>
            <a:r>
              <a:rPr lang="en-US" sz="3200" spc="-5" dirty="0">
                <a:effectLst/>
                <a:latin typeface="Cambria" panose="02040503050406030204" pitchFamily="18" charset="0"/>
                <a:ea typeface="Cambria" panose="02040503050406030204" pitchFamily="18" charset="0"/>
                <a:cs typeface="Georgia" panose="02040502050405020303" pitchFamily="18" charset="0"/>
              </a:rPr>
              <a:t> </a:t>
            </a:r>
            <a:r>
              <a:rPr lang="en-US" sz="3200" dirty="0">
                <a:effectLst/>
                <a:latin typeface="Cambria" panose="02040503050406030204" pitchFamily="18" charset="0"/>
                <a:ea typeface="Cambria" panose="02040503050406030204" pitchFamily="18" charset="0"/>
                <a:cs typeface="Georgia" panose="02040502050405020303" pitchFamily="18" charset="0"/>
              </a:rPr>
              <a:t>for a</a:t>
            </a:r>
            <a:r>
              <a:rPr lang="en-US" sz="3200" spc="5" dirty="0">
                <a:effectLst/>
                <a:latin typeface="Cambria" panose="02040503050406030204" pitchFamily="18" charset="0"/>
                <a:ea typeface="Cambria" panose="02040503050406030204" pitchFamily="18" charset="0"/>
                <a:cs typeface="Georgia" panose="02040502050405020303" pitchFamily="18" charset="0"/>
              </a:rPr>
              <a:t> </a:t>
            </a:r>
            <a:r>
              <a:rPr lang="en-US" sz="3200" spc="-5" dirty="0">
                <a:effectLst/>
                <a:latin typeface="Cambria" panose="02040503050406030204" pitchFamily="18" charset="0"/>
                <a:ea typeface="Cambria" panose="02040503050406030204" pitchFamily="18" charset="0"/>
                <a:cs typeface="Georgia" panose="02040502050405020303" pitchFamily="18" charset="0"/>
              </a:rPr>
              <a:t>pan-E</a:t>
            </a:r>
            <a:r>
              <a:rPr lang="en-US" sz="3200" spc="5" dirty="0">
                <a:effectLst/>
                <a:latin typeface="Cambria" panose="02040503050406030204" pitchFamily="18" charset="0"/>
                <a:ea typeface="Cambria" panose="02040503050406030204" pitchFamily="18" charset="0"/>
                <a:cs typeface="Georgia" panose="02040502050405020303" pitchFamily="18" charset="0"/>
              </a:rPr>
              <a:t>u</a:t>
            </a:r>
            <a:r>
              <a:rPr lang="en-US" sz="3200" dirty="0">
                <a:effectLst/>
                <a:latin typeface="Cambria" panose="02040503050406030204" pitchFamily="18" charset="0"/>
                <a:ea typeface="Cambria" panose="02040503050406030204" pitchFamily="18" charset="0"/>
                <a:cs typeface="Georgia" panose="02040502050405020303" pitchFamily="18" charset="0"/>
              </a:rPr>
              <a:t>rop</a:t>
            </a:r>
            <a:r>
              <a:rPr lang="en-US" sz="3200" spc="-5" dirty="0">
                <a:effectLst/>
                <a:latin typeface="Cambria" panose="02040503050406030204" pitchFamily="18" charset="0"/>
                <a:ea typeface="Cambria" panose="02040503050406030204" pitchFamily="18" charset="0"/>
                <a:cs typeface="Georgia" panose="02040502050405020303" pitchFamily="18" charset="0"/>
              </a:rPr>
              <a:t>ea</a:t>
            </a:r>
            <a:r>
              <a:rPr lang="en-US" sz="3200" dirty="0">
                <a:effectLst/>
                <a:latin typeface="Cambria" panose="02040503050406030204" pitchFamily="18" charset="0"/>
                <a:ea typeface="Cambria" panose="02040503050406030204" pitchFamily="18" charset="0"/>
                <a:cs typeface="Georgia" panose="02040502050405020303" pitchFamily="18" charset="0"/>
              </a:rPr>
              <a:t>n</a:t>
            </a:r>
            <a:r>
              <a:rPr lang="en-US" sz="3200" spc="-5" dirty="0">
                <a:effectLst/>
                <a:latin typeface="Cambria" panose="02040503050406030204" pitchFamily="18" charset="0"/>
                <a:ea typeface="Cambria" panose="02040503050406030204" pitchFamily="18" charset="0"/>
                <a:cs typeface="Georgia" panose="02040502050405020303" pitchFamily="18" charset="0"/>
              </a:rPr>
              <a:t> m</a:t>
            </a:r>
            <a:r>
              <a:rPr lang="en-US" sz="3200" dirty="0">
                <a:effectLst/>
                <a:latin typeface="Cambria" panose="02040503050406030204" pitchFamily="18" charset="0"/>
                <a:ea typeface="Cambria" panose="02040503050406030204" pitchFamily="18" charset="0"/>
                <a:cs typeface="Georgia" panose="02040502050405020303" pitchFamily="18" charset="0"/>
              </a:rPr>
              <a:t>o</a:t>
            </a:r>
            <a:r>
              <a:rPr lang="en-US" sz="3200" spc="10" dirty="0">
                <a:effectLst/>
                <a:latin typeface="Cambria" panose="02040503050406030204" pitchFamily="18" charset="0"/>
                <a:ea typeface="Cambria" panose="02040503050406030204" pitchFamily="18" charset="0"/>
                <a:cs typeface="Georgia" panose="02040502050405020303" pitchFamily="18" charset="0"/>
              </a:rPr>
              <a:t>b</a:t>
            </a:r>
            <a:r>
              <a:rPr lang="en-US" sz="3200" spc="-5" dirty="0">
                <a:effectLst/>
                <a:latin typeface="Cambria" panose="02040503050406030204" pitchFamily="18" charset="0"/>
                <a:ea typeface="Cambria" panose="02040503050406030204" pitchFamily="18" charset="0"/>
                <a:cs typeface="Georgia" panose="02040502050405020303" pitchFamily="18" charset="0"/>
              </a:rPr>
              <a:t>i</a:t>
            </a:r>
            <a:r>
              <a:rPr lang="en-US" sz="3200" dirty="0">
                <a:effectLst/>
                <a:latin typeface="Cambria" panose="02040503050406030204" pitchFamily="18" charset="0"/>
                <a:ea typeface="Cambria" panose="02040503050406030204" pitchFamily="18" charset="0"/>
                <a:cs typeface="Georgia" panose="02040502050405020303" pitchFamily="18" charset="0"/>
              </a:rPr>
              <a:t>le</a:t>
            </a:r>
            <a:r>
              <a:rPr lang="en-US" sz="3200" spc="-10" dirty="0">
                <a:effectLst/>
                <a:latin typeface="Cambria" panose="02040503050406030204" pitchFamily="18" charset="0"/>
                <a:ea typeface="Cambria" panose="02040503050406030204" pitchFamily="18" charset="0"/>
                <a:cs typeface="Georgia" panose="02040502050405020303" pitchFamily="18" charset="0"/>
              </a:rPr>
              <a:t> </a:t>
            </a:r>
            <a:r>
              <a:rPr lang="en-US" sz="3200" spc="-5" dirty="0">
                <a:effectLst/>
                <a:latin typeface="Cambria" panose="02040503050406030204" pitchFamily="18" charset="0"/>
                <a:ea typeface="Cambria" panose="02040503050406030204" pitchFamily="18" charset="0"/>
                <a:cs typeface="Georgia" panose="02040502050405020303" pitchFamily="18" charset="0"/>
              </a:rPr>
              <a:t>ce</a:t>
            </a:r>
            <a:r>
              <a:rPr lang="en-US" sz="3200" dirty="0">
                <a:effectLst/>
                <a:latin typeface="Cambria" panose="02040503050406030204" pitchFamily="18" charset="0"/>
                <a:ea typeface="Cambria" panose="02040503050406030204" pitchFamily="18" charset="0"/>
                <a:cs typeface="Georgia" panose="02040502050405020303" pitchFamily="18" charset="0"/>
              </a:rPr>
              <a:t>llul</a:t>
            </a:r>
            <a:r>
              <a:rPr lang="en-US" sz="3200" spc="-5" dirty="0">
                <a:effectLst/>
                <a:latin typeface="Cambria" panose="02040503050406030204" pitchFamily="18" charset="0"/>
                <a:ea typeface="Cambria" panose="02040503050406030204" pitchFamily="18" charset="0"/>
                <a:cs typeface="Georgia" panose="02040502050405020303" pitchFamily="18" charset="0"/>
              </a:rPr>
              <a:t>a</a:t>
            </a:r>
            <a:r>
              <a:rPr lang="en-US" sz="3200" dirty="0">
                <a:effectLst/>
                <a:latin typeface="Cambria" panose="02040503050406030204" pitchFamily="18" charset="0"/>
                <a:ea typeface="Cambria" panose="02040503050406030204" pitchFamily="18" charset="0"/>
                <a:cs typeface="Georgia" panose="02040502050405020303" pitchFamily="18" charset="0"/>
              </a:rPr>
              <a:t>r r</a:t>
            </a:r>
            <a:r>
              <a:rPr lang="en-US" sz="3200" spc="-5" dirty="0">
                <a:effectLst/>
                <a:latin typeface="Cambria" panose="02040503050406030204" pitchFamily="18" charset="0"/>
                <a:ea typeface="Cambria" panose="02040503050406030204" pitchFamily="18" charset="0"/>
                <a:cs typeface="Georgia" panose="02040502050405020303" pitchFamily="18" charset="0"/>
              </a:rPr>
              <a:t>adi</a:t>
            </a:r>
            <a:r>
              <a:rPr lang="en-US" sz="3200" dirty="0">
                <a:effectLst/>
                <a:latin typeface="Cambria" panose="02040503050406030204" pitchFamily="18" charset="0"/>
                <a:ea typeface="Cambria" panose="02040503050406030204" pitchFamily="18" charset="0"/>
                <a:cs typeface="Georgia" panose="02040502050405020303" pitchFamily="18" charset="0"/>
              </a:rPr>
              <a:t>o </a:t>
            </a:r>
            <a:r>
              <a:rPr lang="en-US" sz="3200" spc="-5" dirty="0">
                <a:effectLst/>
                <a:latin typeface="Cambria" panose="02040503050406030204" pitchFamily="18" charset="0"/>
                <a:ea typeface="Cambria" panose="02040503050406030204" pitchFamily="18" charset="0"/>
                <a:cs typeface="Georgia" panose="02040502050405020303" pitchFamily="18" charset="0"/>
              </a:rPr>
              <a:t>sys</a:t>
            </a:r>
            <a:r>
              <a:rPr lang="en-US" sz="3200" spc="5" dirty="0">
                <a:effectLst/>
                <a:latin typeface="Cambria" panose="02040503050406030204" pitchFamily="18" charset="0"/>
                <a:ea typeface="Cambria" panose="02040503050406030204" pitchFamily="18" charset="0"/>
                <a:cs typeface="Georgia" panose="02040502050405020303" pitchFamily="18" charset="0"/>
              </a:rPr>
              <a:t>t</a:t>
            </a:r>
            <a:r>
              <a:rPr lang="en-US" sz="3200" spc="-5" dirty="0">
                <a:effectLst/>
                <a:latin typeface="Cambria" panose="02040503050406030204" pitchFamily="18" charset="0"/>
                <a:ea typeface="Cambria" panose="02040503050406030204" pitchFamily="18" charset="0"/>
                <a:cs typeface="Georgia" panose="02040502050405020303" pitchFamily="18" charset="0"/>
              </a:rPr>
              <a:t>e</a:t>
            </a:r>
            <a:r>
              <a:rPr lang="en-US" sz="3200" dirty="0">
                <a:effectLst/>
                <a:latin typeface="Cambria" panose="02040503050406030204" pitchFamily="18" charset="0"/>
                <a:ea typeface="Cambria" panose="02040503050406030204" pitchFamily="18" charset="0"/>
                <a:cs typeface="Georgia" panose="02040502050405020303" pitchFamily="18" charset="0"/>
              </a:rPr>
              <a:t>m</a:t>
            </a:r>
            <a:r>
              <a:rPr lang="en-US" sz="3200" spc="-5" dirty="0">
                <a:effectLst/>
                <a:latin typeface="Cambria" panose="02040503050406030204" pitchFamily="18" charset="0"/>
                <a:ea typeface="Cambria" panose="02040503050406030204" pitchFamily="18" charset="0"/>
                <a:cs typeface="Georgia" panose="02040502050405020303" pitchFamily="18" charset="0"/>
              </a:rPr>
              <a:t> </a:t>
            </a:r>
            <a:r>
              <a:rPr lang="en-US" sz="3200" dirty="0">
                <a:effectLst/>
                <a:latin typeface="Cambria" panose="02040503050406030204" pitchFamily="18" charset="0"/>
                <a:ea typeface="Cambria" panose="02040503050406030204" pitchFamily="18" charset="0"/>
                <a:cs typeface="Georgia" panose="02040502050405020303" pitchFamily="18" charset="0"/>
              </a:rPr>
              <a:t>o</a:t>
            </a:r>
            <a:r>
              <a:rPr lang="en-US" sz="3200" spc="-5" dirty="0">
                <a:effectLst/>
                <a:latin typeface="Cambria" panose="02040503050406030204" pitchFamily="18" charset="0"/>
                <a:ea typeface="Cambria" panose="02040503050406030204" pitchFamily="18" charset="0"/>
                <a:cs typeface="Georgia" panose="02040502050405020303" pitchFamily="18" charset="0"/>
              </a:rPr>
              <a:t>pe</a:t>
            </a:r>
            <a:r>
              <a:rPr lang="en-US" sz="3200" dirty="0">
                <a:effectLst/>
                <a:latin typeface="Cambria" panose="02040503050406030204" pitchFamily="18" charset="0"/>
                <a:ea typeface="Cambria" panose="02040503050406030204" pitchFamily="18" charset="0"/>
                <a:cs typeface="Georgia" panose="02040502050405020303" pitchFamily="18" charset="0"/>
              </a:rPr>
              <a:t>r</a:t>
            </a:r>
            <a:r>
              <a:rPr lang="en-US" sz="3200" spc="-5" dirty="0">
                <a:effectLst/>
                <a:latin typeface="Cambria" panose="02040503050406030204" pitchFamily="18" charset="0"/>
                <a:ea typeface="Cambria" panose="02040503050406030204" pitchFamily="18" charset="0"/>
                <a:cs typeface="Georgia" panose="02040502050405020303" pitchFamily="18" charset="0"/>
              </a:rPr>
              <a:t>a</a:t>
            </a:r>
            <a:r>
              <a:rPr lang="en-US" sz="3200" spc="5" dirty="0">
                <a:effectLst/>
                <a:latin typeface="Cambria" panose="02040503050406030204" pitchFamily="18" charset="0"/>
                <a:ea typeface="Cambria" panose="02040503050406030204" pitchFamily="18" charset="0"/>
                <a:cs typeface="Georgia" panose="02040502050405020303" pitchFamily="18" charset="0"/>
              </a:rPr>
              <a:t>t</a:t>
            </a:r>
            <a:r>
              <a:rPr lang="en-US" sz="3200" spc="-5" dirty="0">
                <a:effectLst/>
                <a:latin typeface="Cambria" panose="02040503050406030204" pitchFamily="18" charset="0"/>
                <a:ea typeface="Cambria" panose="02040503050406030204" pitchFamily="18" charset="0"/>
                <a:cs typeface="Georgia" panose="02040502050405020303" pitchFamily="18" charset="0"/>
              </a:rPr>
              <a:t>in</a:t>
            </a:r>
            <a:r>
              <a:rPr lang="en-US" sz="3200" dirty="0">
                <a:effectLst/>
                <a:latin typeface="Cambria" panose="02040503050406030204" pitchFamily="18" charset="0"/>
                <a:ea typeface="Cambria" panose="02040503050406030204" pitchFamily="18" charset="0"/>
                <a:cs typeface="Georgia" panose="02040502050405020303" pitchFamily="18" charset="0"/>
              </a:rPr>
              <a:t>g</a:t>
            </a:r>
            <a:r>
              <a:rPr lang="en-US" sz="3200" spc="10" dirty="0">
                <a:effectLst/>
                <a:latin typeface="Cambria" panose="02040503050406030204" pitchFamily="18" charset="0"/>
                <a:ea typeface="Cambria" panose="02040503050406030204" pitchFamily="18" charset="0"/>
                <a:cs typeface="Georgia" panose="02040502050405020303" pitchFamily="18" charset="0"/>
              </a:rPr>
              <a:t> </a:t>
            </a:r>
            <a:r>
              <a:rPr lang="en-US" sz="3200" spc="-5" dirty="0">
                <a:effectLst/>
                <a:latin typeface="Cambria" panose="02040503050406030204" pitchFamily="18" charset="0"/>
                <a:ea typeface="Cambria" panose="02040503050406030204" pitchFamily="18" charset="0"/>
                <a:cs typeface="Georgia" panose="02040502050405020303" pitchFamily="18" charset="0"/>
              </a:rPr>
              <a:t>a</a:t>
            </a:r>
            <a:r>
              <a:rPr lang="en-US" sz="3200" dirty="0">
                <a:effectLst/>
                <a:latin typeface="Cambria" panose="02040503050406030204" pitchFamily="18" charset="0"/>
                <a:ea typeface="Cambria" panose="02040503050406030204" pitchFamily="18" charset="0"/>
                <a:cs typeface="Georgia" panose="02040502050405020303" pitchFamily="18" charset="0"/>
              </a:rPr>
              <a:t>t 9</a:t>
            </a:r>
            <a:r>
              <a:rPr lang="en-US" sz="3200" spc="-5" dirty="0">
                <a:effectLst/>
                <a:latin typeface="Cambria" panose="02040503050406030204" pitchFamily="18" charset="0"/>
                <a:ea typeface="Cambria" panose="02040503050406030204" pitchFamily="18" charset="0"/>
                <a:cs typeface="Georgia" panose="02040502050405020303" pitchFamily="18" charset="0"/>
              </a:rPr>
              <a:t>0</a:t>
            </a:r>
            <a:r>
              <a:rPr lang="en-US" sz="3200" dirty="0">
                <a:effectLst/>
                <a:latin typeface="Cambria" panose="02040503050406030204" pitchFamily="18" charset="0"/>
                <a:ea typeface="Cambria" panose="02040503050406030204" pitchFamily="18" charset="0"/>
                <a:cs typeface="Georgia" panose="02040502050405020303" pitchFamily="18" charset="0"/>
              </a:rPr>
              <a:t>0</a:t>
            </a:r>
            <a:r>
              <a:rPr lang="en-US" sz="3200" spc="-10" dirty="0">
                <a:effectLst/>
                <a:latin typeface="Cambria" panose="02040503050406030204" pitchFamily="18" charset="0"/>
                <a:ea typeface="Cambria" panose="02040503050406030204" pitchFamily="18" charset="0"/>
                <a:cs typeface="Georgia" panose="02040502050405020303" pitchFamily="18" charset="0"/>
              </a:rPr>
              <a:t> </a:t>
            </a:r>
            <a:r>
              <a:rPr lang="en-US" sz="3200" dirty="0" err="1">
                <a:effectLst/>
                <a:latin typeface="Cambria" panose="02040503050406030204" pitchFamily="18" charset="0"/>
                <a:ea typeface="Cambria" panose="02040503050406030204" pitchFamily="18" charset="0"/>
                <a:cs typeface="Georgia" panose="02040502050405020303" pitchFamily="18" charset="0"/>
              </a:rPr>
              <a:t>MH</a:t>
            </a:r>
            <a:r>
              <a:rPr lang="en-US" sz="3200" spc="-5" dirty="0" err="1">
                <a:effectLst/>
                <a:latin typeface="Cambria" panose="02040503050406030204" pitchFamily="18" charset="0"/>
                <a:ea typeface="Cambria" panose="02040503050406030204" pitchFamily="18" charset="0"/>
                <a:cs typeface="Georgia" panose="02040502050405020303" pitchFamily="18" charset="0"/>
              </a:rPr>
              <a:t>z</a:t>
            </a:r>
            <a:r>
              <a:rPr lang="en-US" sz="3200" dirty="0" err="1">
                <a:effectLst/>
                <a:latin typeface="Cambria" panose="02040503050406030204" pitchFamily="18" charset="0"/>
                <a:ea typeface="Cambria" panose="02040503050406030204" pitchFamily="18" charset="0"/>
                <a:cs typeface="Georgia" panose="02040502050405020303" pitchFamily="18" charset="0"/>
              </a:rPr>
              <a:t>.</a:t>
            </a:r>
            <a:r>
              <a:rPr lang="en-US" sz="3200" spc="-5" dirty="0">
                <a:effectLst/>
                <a:latin typeface="Cambria" panose="02040503050406030204" pitchFamily="18" charset="0"/>
                <a:ea typeface="Cambria" panose="02040503050406030204" pitchFamily="18" charset="0"/>
                <a:cs typeface="Georgia" panose="02040502050405020303" pitchFamily="18" charset="0"/>
              </a:rPr>
              <a:t> </a:t>
            </a:r>
            <a:r>
              <a:rPr lang="en-US" sz="3200" dirty="0">
                <a:effectLst/>
                <a:latin typeface="Cambria" panose="02040503050406030204" pitchFamily="18" charset="0"/>
                <a:ea typeface="Cambria" panose="02040503050406030204" pitchFamily="18" charset="0"/>
                <a:cs typeface="Georgia" panose="02040502050405020303" pitchFamily="18" charset="0"/>
              </a:rPr>
              <a:t>It </a:t>
            </a:r>
            <a:r>
              <a:rPr lang="en-US" sz="3200" spc="-5" dirty="0">
                <a:effectLst/>
                <a:latin typeface="Cambria" panose="02040503050406030204" pitchFamily="18" charset="0"/>
                <a:ea typeface="Cambria" panose="02040503050406030204" pitchFamily="18" charset="0"/>
                <a:cs typeface="Georgia" panose="02040502050405020303" pitchFamily="18" charset="0"/>
              </a:rPr>
              <a:t>i</a:t>
            </a:r>
            <a:r>
              <a:rPr lang="en-US" sz="3200" dirty="0">
                <a:effectLst/>
                <a:latin typeface="Cambria" panose="02040503050406030204" pitchFamily="18" charset="0"/>
                <a:ea typeface="Cambria" panose="02040503050406030204" pitchFamily="18" charset="0"/>
                <a:cs typeface="Georgia" panose="02040502050405020303" pitchFamily="18" charset="0"/>
              </a:rPr>
              <a:t>s</a:t>
            </a:r>
            <a:r>
              <a:rPr lang="en-US" sz="3200" spc="-5" dirty="0">
                <a:effectLst/>
                <a:latin typeface="Cambria" panose="02040503050406030204" pitchFamily="18" charset="0"/>
                <a:ea typeface="Cambria" panose="02040503050406030204" pitchFamily="18" charset="0"/>
                <a:cs typeface="Georgia" panose="02040502050405020303" pitchFamily="18" charset="0"/>
              </a:rPr>
              <a:t> es</a:t>
            </a:r>
            <a:r>
              <a:rPr lang="en-US" sz="3200" dirty="0">
                <a:effectLst/>
                <a:latin typeface="Cambria" panose="02040503050406030204" pitchFamily="18" charset="0"/>
                <a:ea typeface="Cambria" panose="02040503050406030204" pitchFamily="18" charset="0"/>
                <a:cs typeface="Georgia" panose="02040502050405020303" pitchFamily="18" charset="0"/>
              </a:rPr>
              <a:t>t</a:t>
            </a:r>
            <a:r>
              <a:rPr lang="en-US" sz="3200" spc="-5" dirty="0">
                <a:effectLst/>
                <a:latin typeface="Cambria" panose="02040503050406030204" pitchFamily="18" charset="0"/>
                <a:ea typeface="Cambria" panose="02040503050406030204" pitchFamily="18" charset="0"/>
                <a:cs typeface="Georgia" panose="02040502050405020303" pitchFamily="18" charset="0"/>
              </a:rPr>
              <a:t>i</a:t>
            </a:r>
            <a:r>
              <a:rPr lang="en-US" sz="3200" dirty="0">
                <a:effectLst/>
                <a:latin typeface="Cambria" panose="02040503050406030204" pitchFamily="18" charset="0"/>
                <a:ea typeface="Cambria" panose="02040503050406030204" pitchFamily="18" charset="0"/>
                <a:cs typeface="Georgia" panose="02040502050405020303" pitchFamily="18" charset="0"/>
              </a:rPr>
              <a:t>m</a:t>
            </a:r>
            <a:r>
              <a:rPr lang="en-US" sz="3200" spc="-5" dirty="0">
                <a:effectLst/>
                <a:latin typeface="Cambria" panose="02040503050406030204" pitchFamily="18" charset="0"/>
                <a:ea typeface="Cambria" panose="02040503050406030204" pitchFamily="18" charset="0"/>
                <a:cs typeface="Georgia" panose="02040502050405020303" pitchFamily="18" charset="0"/>
              </a:rPr>
              <a:t>a</a:t>
            </a:r>
            <a:r>
              <a:rPr lang="en-US" sz="3200" dirty="0">
                <a:effectLst/>
                <a:latin typeface="Cambria" panose="02040503050406030204" pitchFamily="18" charset="0"/>
                <a:ea typeface="Cambria" panose="02040503050406030204" pitchFamily="18" charset="0"/>
                <a:cs typeface="Georgia" panose="02040502050405020303" pitchFamily="18" charset="0"/>
              </a:rPr>
              <a:t>t</a:t>
            </a:r>
            <a:r>
              <a:rPr lang="en-US" sz="3200" spc="-5" dirty="0">
                <a:effectLst/>
                <a:latin typeface="Cambria" panose="02040503050406030204" pitchFamily="18" charset="0"/>
                <a:ea typeface="Cambria" panose="02040503050406030204" pitchFamily="18" charset="0"/>
                <a:cs typeface="Georgia" panose="02040502050405020303" pitchFamily="18" charset="0"/>
              </a:rPr>
              <a:t>e</a:t>
            </a:r>
            <a:r>
              <a:rPr lang="en-US" sz="3200" dirty="0">
                <a:effectLst/>
                <a:latin typeface="Cambria" panose="02040503050406030204" pitchFamily="18" charset="0"/>
                <a:ea typeface="Cambria" panose="02040503050406030204" pitchFamily="18" charset="0"/>
                <a:cs typeface="Georgia" panose="02040502050405020303" pitchFamily="18" charset="0"/>
              </a:rPr>
              <a:t>d</a:t>
            </a:r>
            <a:r>
              <a:rPr lang="en-US" sz="3200" spc="-10" dirty="0">
                <a:effectLst/>
                <a:latin typeface="Cambria" panose="02040503050406030204" pitchFamily="18" charset="0"/>
                <a:ea typeface="Cambria" panose="02040503050406030204" pitchFamily="18" charset="0"/>
                <a:cs typeface="Georgia" panose="02040502050405020303" pitchFamily="18" charset="0"/>
              </a:rPr>
              <a:t> </a:t>
            </a:r>
            <a:r>
              <a:rPr lang="en-US" sz="3200" dirty="0">
                <a:effectLst/>
                <a:latin typeface="Cambria" panose="02040503050406030204" pitchFamily="18" charset="0"/>
                <a:ea typeface="Cambria" panose="02040503050406030204" pitchFamily="18" charset="0"/>
                <a:cs typeface="Georgia" panose="02040502050405020303" pitchFamily="18" charset="0"/>
              </a:rPr>
              <a:t>t</a:t>
            </a:r>
            <a:r>
              <a:rPr lang="en-US" sz="3200" spc="-5" dirty="0">
                <a:effectLst/>
                <a:latin typeface="Cambria" panose="02040503050406030204" pitchFamily="18" charset="0"/>
                <a:ea typeface="Cambria" panose="02040503050406030204" pitchFamily="18" charset="0"/>
                <a:cs typeface="Georgia" panose="02040502050405020303" pitchFamily="18" charset="0"/>
              </a:rPr>
              <a:t>ha</a:t>
            </a:r>
            <a:r>
              <a:rPr lang="en-US" sz="3200" dirty="0">
                <a:effectLst/>
                <a:latin typeface="Cambria" panose="02040503050406030204" pitchFamily="18" charset="0"/>
                <a:ea typeface="Cambria" panose="02040503050406030204" pitchFamily="18" charset="0"/>
                <a:cs typeface="Georgia" panose="02040502050405020303" pitchFamily="18" charset="0"/>
              </a:rPr>
              <a:t>t </a:t>
            </a:r>
            <a:r>
              <a:rPr lang="en-US" sz="3200" spc="-5" dirty="0">
                <a:effectLst/>
                <a:latin typeface="Cambria" panose="02040503050406030204" pitchFamily="18" charset="0"/>
                <a:ea typeface="Cambria" panose="02040503050406030204" pitchFamily="18" charset="0"/>
                <a:cs typeface="Georgia" panose="02040502050405020303" pitchFamily="18" charset="0"/>
              </a:rPr>
              <a:t>m</a:t>
            </a:r>
            <a:r>
              <a:rPr lang="en-US" sz="3200" spc="5" dirty="0">
                <a:effectLst/>
                <a:latin typeface="Cambria" panose="02040503050406030204" pitchFamily="18" charset="0"/>
                <a:ea typeface="Cambria" panose="02040503050406030204" pitchFamily="18" charset="0"/>
                <a:cs typeface="Georgia" panose="02040502050405020303" pitchFamily="18" charset="0"/>
              </a:rPr>
              <a:t>a</a:t>
            </a:r>
            <a:r>
              <a:rPr lang="en-US" sz="3200" spc="-5" dirty="0">
                <a:effectLst/>
                <a:latin typeface="Cambria" panose="02040503050406030204" pitchFamily="18" charset="0"/>
                <a:ea typeface="Cambria" panose="02040503050406030204" pitchFamily="18" charset="0"/>
                <a:cs typeface="Georgia" panose="02040502050405020303" pitchFamily="18" charset="0"/>
              </a:rPr>
              <a:t>n</a:t>
            </a:r>
            <a:r>
              <a:rPr lang="en-US" sz="3200" dirty="0">
                <a:effectLst/>
                <a:latin typeface="Cambria" panose="02040503050406030204" pitchFamily="18" charset="0"/>
                <a:ea typeface="Cambria" panose="02040503050406030204" pitchFamily="18" charset="0"/>
                <a:cs typeface="Georgia" panose="02040502050405020303" pitchFamily="18" charset="0"/>
              </a:rPr>
              <a:t>y</a:t>
            </a:r>
            <a:r>
              <a:rPr lang="en-US" sz="3200" spc="-5" dirty="0">
                <a:effectLst/>
                <a:latin typeface="Cambria" panose="02040503050406030204" pitchFamily="18" charset="0"/>
                <a:ea typeface="Cambria" panose="02040503050406030204" pitchFamily="18" charset="0"/>
                <a:cs typeface="Georgia" panose="02040502050405020303" pitchFamily="18" charset="0"/>
              </a:rPr>
              <a:t> c</a:t>
            </a:r>
            <a:r>
              <a:rPr lang="en-US" sz="3200" dirty="0">
                <a:effectLst/>
                <a:latin typeface="Cambria" panose="02040503050406030204" pitchFamily="18" charset="0"/>
                <a:ea typeface="Cambria" panose="02040503050406030204" pitchFamily="18" charset="0"/>
                <a:cs typeface="Georgia" panose="02040502050405020303" pitchFamily="18" charset="0"/>
              </a:rPr>
              <a:t>ou</a:t>
            </a:r>
            <a:r>
              <a:rPr lang="en-US" sz="3200" spc="-5" dirty="0">
                <a:effectLst/>
                <a:latin typeface="Cambria" panose="02040503050406030204" pitchFamily="18" charset="0"/>
                <a:ea typeface="Cambria" panose="02040503050406030204" pitchFamily="18" charset="0"/>
                <a:cs typeface="Georgia" panose="02040502050405020303" pitchFamily="18" charset="0"/>
              </a:rPr>
              <a:t>n</a:t>
            </a:r>
            <a:r>
              <a:rPr lang="en-US" sz="3200" dirty="0">
                <a:effectLst/>
                <a:latin typeface="Cambria" panose="02040503050406030204" pitchFamily="18" charset="0"/>
                <a:ea typeface="Cambria" panose="02040503050406030204" pitchFamily="18" charset="0"/>
                <a:cs typeface="Georgia" panose="02040502050405020303" pitchFamily="18" charset="0"/>
              </a:rPr>
              <a:t>tr</a:t>
            </a:r>
            <a:r>
              <a:rPr lang="en-US" sz="3200" spc="-5" dirty="0">
                <a:effectLst/>
                <a:latin typeface="Cambria" panose="02040503050406030204" pitchFamily="18" charset="0"/>
                <a:ea typeface="Cambria" panose="02040503050406030204" pitchFamily="18" charset="0"/>
                <a:cs typeface="Georgia" panose="02040502050405020303" pitchFamily="18" charset="0"/>
              </a:rPr>
              <a:t>ie</a:t>
            </a:r>
            <a:r>
              <a:rPr lang="en-US" sz="3200" dirty="0">
                <a:effectLst/>
                <a:latin typeface="Cambria" panose="02040503050406030204" pitchFamily="18" charset="0"/>
                <a:ea typeface="Cambria" panose="02040503050406030204" pitchFamily="18" charset="0"/>
                <a:cs typeface="Georgia" panose="02040502050405020303" pitchFamily="18" charset="0"/>
              </a:rPr>
              <a:t>s</a:t>
            </a:r>
            <a:r>
              <a:rPr lang="en-US" sz="3200" spc="-5" dirty="0">
                <a:effectLst/>
                <a:latin typeface="Cambria" panose="02040503050406030204" pitchFamily="18" charset="0"/>
                <a:ea typeface="Cambria" panose="02040503050406030204" pitchFamily="18" charset="0"/>
                <a:cs typeface="Georgia" panose="02040502050405020303" pitchFamily="18" charset="0"/>
              </a:rPr>
              <a:t> </a:t>
            </a:r>
            <a:r>
              <a:rPr lang="en-US" sz="3200" dirty="0">
                <a:effectLst/>
                <a:latin typeface="Cambria" panose="02040503050406030204" pitchFamily="18" charset="0"/>
                <a:ea typeface="Cambria" panose="02040503050406030204" pitchFamily="18" charset="0"/>
                <a:cs typeface="Georgia" panose="02040502050405020303" pitchFamily="18" charset="0"/>
              </a:rPr>
              <a:t>out</a:t>
            </a:r>
            <a:r>
              <a:rPr lang="en-US" sz="3200" spc="-5" dirty="0">
                <a:effectLst/>
                <a:latin typeface="Cambria" panose="02040503050406030204" pitchFamily="18" charset="0"/>
                <a:ea typeface="Cambria" panose="02040503050406030204" pitchFamily="18" charset="0"/>
                <a:cs typeface="Georgia" panose="02040502050405020303" pitchFamily="18" charset="0"/>
              </a:rPr>
              <a:t>si</a:t>
            </a:r>
            <a:r>
              <a:rPr lang="en-US" sz="3200" spc="5" dirty="0">
                <a:effectLst/>
                <a:latin typeface="Cambria" panose="02040503050406030204" pitchFamily="18" charset="0"/>
                <a:ea typeface="Cambria" panose="02040503050406030204" pitchFamily="18" charset="0"/>
                <a:cs typeface="Georgia" panose="02040502050405020303" pitchFamily="18" charset="0"/>
              </a:rPr>
              <a:t>d</a:t>
            </a:r>
            <a:r>
              <a:rPr lang="en-US" sz="3200" dirty="0">
                <a:effectLst/>
                <a:latin typeface="Cambria" panose="02040503050406030204" pitchFamily="18" charset="0"/>
                <a:ea typeface="Cambria" panose="02040503050406030204" pitchFamily="18" charset="0"/>
                <a:cs typeface="Georgia" panose="02040502050405020303" pitchFamily="18" charset="0"/>
              </a:rPr>
              <a:t>e</a:t>
            </a:r>
            <a:r>
              <a:rPr lang="en-US" sz="3200" spc="-10" dirty="0">
                <a:effectLst/>
                <a:latin typeface="Cambria" panose="02040503050406030204" pitchFamily="18" charset="0"/>
                <a:ea typeface="Cambria" panose="02040503050406030204" pitchFamily="18" charset="0"/>
                <a:cs typeface="Georgia" panose="02040502050405020303" pitchFamily="18" charset="0"/>
              </a:rPr>
              <a:t> </a:t>
            </a:r>
            <a:r>
              <a:rPr lang="en-US" sz="3200" dirty="0">
                <a:effectLst/>
                <a:latin typeface="Cambria" panose="02040503050406030204" pitchFamily="18" charset="0"/>
                <a:ea typeface="Cambria" panose="02040503050406030204" pitchFamily="18" charset="0"/>
                <a:cs typeface="Georgia" panose="02040502050405020303" pitchFamily="18" charset="0"/>
              </a:rPr>
              <a:t>of </a:t>
            </a:r>
            <a:r>
              <a:rPr lang="en-US" sz="3200" spc="-5" dirty="0">
                <a:effectLst/>
                <a:latin typeface="Cambria" panose="02040503050406030204" pitchFamily="18" charset="0"/>
                <a:ea typeface="Cambria" panose="02040503050406030204" pitchFamily="18" charset="0"/>
                <a:cs typeface="Georgia" panose="02040502050405020303" pitchFamily="18" charset="0"/>
              </a:rPr>
              <a:t>Europ</a:t>
            </a:r>
            <a:r>
              <a:rPr lang="en-US" sz="3200" dirty="0">
                <a:effectLst/>
                <a:latin typeface="Cambria" panose="02040503050406030204" pitchFamily="18" charset="0"/>
                <a:ea typeface="Cambria" panose="02040503050406030204" pitchFamily="18" charset="0"/>
                <a:cs typeface="Georgia" panose="02040502050405020303" pitchFamily="18" charset="0"/>
              </a:rPr>
              <a:t>e</a:t>
            </a:r>
            <a:r>
              <a:rPr lang="en-US" sz="3200" spc="-5" dirty="0">
                <a:effectLst/>
                <a:latin typeface="Cambria" panose="02040503050406030204" pitchFamily="18" charset="0"/>
                <a:ea typeface="Cambria" panose="02040503050406030204" pitchFamily="18" charset="0"/>
                <a:cs typeface="Georgia" panose="02040502050405020303" pitchFamily="18" charset="0"/>
              </a:rPr>
              <a:t> wil</a:t>
            </a:r>
            <a:r>
              <a:rPr lang="en-US" sz="3200" dirty="0">
                <a:effectLst/>
                <a:latin typeface="Cambria" panose="02040503050406030204" pitchFamily="18" charset="0"/>
                <a:ea typeface="Cambria" panose="02040503050406030204" pitchFamily="18" charset="0"/>
                <a:cs typeface="Georgia" panose="02040502050405020303" pitchFamily="18" charset="0"/>
              </a:rPr>
              <a:t>l</a:t>
            </a:r>
            <a:r>
              <a:rPr lang="en-US" sz="3200" spc="-5" dirty="0">
                <a:effectLst/>
                <a:latin typeface="Cambria" panose="02040503050406030204" pitchFamily="18" charset="0"/>
                <a:ea typeface="Cambria" panose="02040503050406030204" pitchFamily="18" charset="0"/>
                <a:cs typeface="Georgia" panose="02040502050405020303" pitchFamily="18" charset="0"/>
              </a:rPr>
              <a:t> joi</a:t>
            </a:r>
            <a:r>
              <a:rPr lang="en-US" sz="3200" dirty="0">
                <a:effectLst/>
                <a:latin typeface="Cambria" panose="02040503050406030204" pitchFamily="18" charset="0"/>
                <a:ea typeface="Cambria" panose="02040503050406030204" pitchFamily="18" charset="0"/>
                <a:cs typeface="Georgia" panose="02040502050405020303" pitchFamily="18" charset="0"/>
              </a:rPr>
              <a:t>n</a:t>
            </a:r>
            <a:r>
              <a:rPr lang="en-US" sz="3200" spc="-5" dirty="0">
                <a:effectLst/>
                <a:latin typeface="Cambria" panose="02040503050406030204" pitchFamily="18" charset="0"/>
                <a:ea typeface="Cambria" panose="02040503050406030204" pitchFamily="18" charset="0"/>
                <a:cs typeface="Georgia" panose="02040502050405020303" pitchFamily="18" charset="0"/>
              </a:rPr>
              <a:t> th</a:t>
            </a:r>
            <a:r>
              <a:rPr lang="en-US" sz="3200" dirty="0">
                <a:effectLst/>
                <a:latin typeface="Cambria" panose="02040503050406030204" pitchFamily="18" charset="0"/>
                <a:ea typeface="Cambria" panose="02040503050406030204" pitchFamily="18" charset="0"/>
                <a:cs typeface="Georgia" panose="02040502050405020303" pitchFamily="18" charset="0"/>
              </a:rPr>
              <a:t>e</a:t>
            </a:r>
            <a:r>
              <a:rPr lang="en-US" sz="3200" spc="-5" dirty="0">
                <a:effectLst/>
                <a:latin typeface="Cambria" panose="02040503050406030204" pitchFamily="18" charset="0"/>
                <a:ea typeface="Cambria" panose="02040503050406030204" pitchFamily="18" charset="0"/>
                <a:cs typeface="Georgia" panose="02040502050405020303" pitchFamily="18" charset="0"/>
              </a:rPr>
              <a:t> GS</a:t>
            </a:r>
            <a:r>
              <a:rPr lang="en-US" sz="3200" dirty="0">
                <a:effectLst/>
                <a:latin typeface="Cambria" panose="02040503050406030204" pitchFamily="18" charset="0"/>
                <a:ea typeface="Cambria" panose="02040503050406030204" pitchFamily="18" charset="0"/>
                <a:cs typeface="Georgia" panose="02040502050405020303" pitchFamily="18" charset="0"/>
              </a:rPr>
              <a:t>M</a:t>
            </a:r>
            <a:r>
              <a:rPr lang="en-US" sz="3200" spc="-5" dirty="0">
                <a:effectLst/>
                <a:latin typeface="Cambria" panose="02040503050406030204" pitchFamily="18" charset="0"/>
                <a:ea typeface="Cambria" panose="02040503050406030204" pitchFamily="18" charset="0"/>
                <a:cs typeface="Georgia" panose="02040502050405020303" pitchFamily="18" charset="0"/>
              </a:rPr>
              <a:t> partnership.</a:t>
            </a:r>
            <a:endParaRPr lang="en-US" sz="3200" dirty="0">
              <a:effectLst/>
              <a:latin typeface="Cambria" panose="02040503050406030204" pitchFamily="18" charset="0"/>
              <a:ea typeface="Cambria" panose="02040503050406030204" pitchFamily="18" charset="0"/>
              <a:cs typeface="Georgia" panose="02040502050405020303" pitchFamily="18" charset="0"/>
            </a:endParaRPr>
          </a:p>
        </p:txBody>
      </p:sp>
    </p:spTree>
    <p:extLst>
      <p:ext uri="{BB962C8B-B14F-4D97-AF65-F5344CB8AC3E}">
        <p14:creationId xmlns:p14="http://schemas.microsoft.com/office/powerpoint/2010/main" xmlns="" val="368473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A19B6D-6967-26E9-2789-B5E4E3FD474F}"/>
              </a:ext>
            </a:extLst>
          </p:cNvPr>
          <p:cNvSpPr>
            <a:spLocks noGrp="1"/>
          </p:cNvSpPr>
          <p:nvPr>
            <p:ph type="title"/>
          </p:nvPr>
        </p:nvSpPr>
        <p:spPr>
          <a:xfrm>
            <a:off x="606490" y="158004"/>
            <a:ext cx="10515600" cy="1325563"/>
          </a:xfrm>
        </p:spPr>
        <p:txBody>
          <a:bodyPr/>
          <a:lstStyle/>
          <a:p>
            <a:r>
              <a:rPr lang="en-US" b="1" dirty="0">
                <a:latin typeface="Cambria" panose="02040503050406030204" pitchFamily="18" charset="0"/>
                <a:ea typeface="Cambria" panose="02040503050406030204" pitchFamily="18" charset="0"/>
              </a:rPr>
              <a:t>GSM</a:t>
            </a:r>
          </a:p>
        </p:txBody>
      </p:sp>
      <p:sp>
        <p:nvSpPr>
          <p:cNvPr id="3" name="Content Placeholder 2">
            <a:extLst>
              <a:ext uri="{FF2B5EF4-FFF2-40B4-BE49-F238E27FC236}">
                <a16:creationId xmlns:a16="http://schemas.microsoft.com/office/drawing/2014/main" xmlns="" id="{1DBD6E96-579F-E764-D6E8-1FD73D1FB5B3}"/>
              </a:ext>
            </a:extLst>
          </p:cNvPr>
          <p:cNvSpPr>
            <a:spLocks noGrp="1"/>
          </p:cNvSpPr>
          <p:nvPr>
            <p:ph idx="1"/>
          </p:nvPr>
        </p:nvSpPr>
        <p:spPr>
          <a:xfrm>
            <a:off x="606491" y="1483567"/>
            <a:ext cx="10979020" cy="4926661"/>
          </a:xfrm>
        </p:spPr>
        <p:txBody>
          <a:bodyPr>
            <a:normAutofit/>
          </a:bodyPr>
          <a:lstStyle/>
          <a:p>
            <a:pPr marL="0" marR="71755" indent="0" algn="just">
              <a:spcBef>
                <a:spcPts val="1175"/>
              </a:spcBef>
              <a:spcAft>
                <a:spcPts val="0"/>
              </a:spcAft>
              <a:buNone/>
            </a:pPr>
            <a:r>
              <a:rPr lang="en-US" sz="2400" dirty="0">
                <a:effectLst/>
                <a:latin typeface="Cambria" panose="02040503050406030204" pitchFamily="18" charset="0"/>
                <a:ea typeface="Cambria" panose="02040503050406030204" pitchFamily="18" charset="0"/>
                <a:cs typeface="Georgia" panose="02040502050405020303" pitchFamily="18" charset="0"/>
              </a:rPr>
              <a:t>Throughout the evolution of cellular telecommunications, various systems have been developed without the benefit of standardized specifications. This presented many problems directly related to compatibility, especially with the development of digital radio technology. The GSM standard is intended to address these problems. </a:t>
            </a:r>
            <a:r>
              <a:rPr lang="en-US" sz="2400" spc="-5" dirty="0">
                <a:effectLst/>
                <a:latin typeface="Cambria" panose="02040503050406030204" pitchFamily="18" charset="0"/>
                <a:ea typeface="Cambria" panose="02040503050406030204" pitchFamily="18" charset="0"/>
                <a:cs typeface="Georgia" panose="02040502050405020303" pitchFamily="18" charset="0"/>
              </a:rPr>
              <a:t>Fro</a:t>
            </a:r>
            <a:r>
              <a:rPr lang="en-US" sz="2400" dirty="0">
                <a:effectLst/>
                <a:latin typeface="Cambria" panose="02040503050406030204" pitchFamily="18" charset="0"/>
                <a:ea typeface="Cambria" panose="02040503050406030204" pitchFamily="18" charset="0"/>
                <a:cs typeface="Georgia" panose="02040502050405020303" pitchFamily="18" charset="0"/>
              </a:rPr>
              <a:t>m</a:t>
            </a:r>
            <a:r>
              <a:rPr lang="en-US" sz="2400" spc="-5" dirty="0">
                <a:effectLst/>
                <a:latin typeface="Cambria" panose="02040503050406030204" pitchFamily="18" charset="0"/>
                <a:ea typeface="Cambria" panose="02040503050406030204" pitchFamily="18" charset="0"/>
                <a:cs typeface="Georgia" panose="02040502050405020303" pitchFamily="18" charset="0"/>
              </a:rPr>
              <a:t> </a:t>
            </a:r>
            <a:r>
              <a:rPr lang="en-US" sz="2400" cap="small" spc="-5" dirty="0">
                <a:effectLst/>
                <a:latin typeface="Cambria" panose="02040503050406030204" pitchFamily="18" charset="0"/>
                <a:ea typeface="Cambria" panose="02040503050406030204" pitchFamily="18" charset="0"/>
                <a:cs typeface="Georgia" panose="02040502050405020303" pitchFamily="18" charset="0"/>
              </a:rPr>
              <a:t>1</a:t>
            </a:r>
            <a:r>
              <a:rPr lang="en-US" sz="2400" cap="small" spc="5" dirty="0">
                <a:effectLst/>
                <a:latin typeface="Cambria" panose="02040503050406030204" pitchFamily="18" charset="0"/>
                <a:ea typeface="Cambria" panose="02040503050406030204" pitchFamily="18" charset="0"/>
                <a:cs typeface="Georgia" panose="02040502050405020303" pitchFamily="18" charset="0"/>
              </a:rPr>
              <a:t>9</a:t>
            </a:r>
            <a:r>
              <a:rPr lang="en-US" sz="2400" cap="small" spc="-5" dirty="0">
                <a:effectLst/>
                <a:latin typeface="Cambria" panose="02040503050406030204" pitchFamily="18" charset="0"/>
                <a:ea typeface="Cambria" panose="02040503050406030204" pitchFamily="18" charset="0"/>
                <a:cs typeface="Georgia" panose="02040502050405020303" pitchFamily="18" charset="0"/>
              </a:rPr>
              <a:t>8</a:t>
            </a:r>
            <a:r>
              <a:rPr lang="en-US" sz="2400" cap="small" dirty="0">
                <a:effectLst/>
                <a:latin typeface="Cambria" panose="02040503050406030204" pitchFamily="18" charset="0"/>
                <a:ea typeface="Cambria" panose="02040503050406030204" pitchFamily="18" charset="0"/>
                <a:cs typeface="Georgia" panose="02040502050405020303" pitchFamily="18" charset="0"/>
              </a:rPr>
              <a:t>2</a:t>
            </a:r>
            <a:r>
              <a:rPr lang="en-US" sz="2400" spc="-5" dirty="0">
                <a:effectLst/>
                <a:latin typeface="Cambria" panose="02040503050406030204" pitchFamily="18" charset="0"/>
                <a:ea typeface="Cambria" panose="02040503050406030204" pitchFamily="18" charset="0"/>
                <a:cs typeface="Georgia" panose="02040502050405020303" pitchFamily="18" charset="0"/>
              </a:rPr>
              <a:t> </a:t>
            </a:r>
            <a:r>
              <a:rPr lang="en-US" sz="2400" spc="5" dirty="0">
                <a:effectLst/>
                <a:latin typeface="Cambria" panose="02040503050406030204" pitchFamily="18" charset="0"/>
                <a:ea typeface="Cambria" panose="02040503050406030204" pitchFamily="18" charset="0"/>
                <a:cs typeface="Georgia" panose="02040502050405020303" pitchFamily="18" charset="0"/>
              </a:rPr>
              <a:t>t</a:t>
            </a:r>
            <a:r>
              <a:rPr lang="en-US" sz="2400" dirty="0">
                <a:effectLst/>
                <a:latin typeface="Cambria" panose="02040503050406030204" pitchFamily="18" charset="0"/>
                <a:ea typeface="Cambria" panose="02040503050406030204" pitchFamily="18" charset="0"/>
                <a:cs typeface="Georgia" panose="02040502050405020303" pitchFamily="18" charset="0"/>
              </a:rPr>
              <a:t>o</a:t>
            </a:r>
            <a:r>
              <a:rPr lang="en-US" sz="2400" spc="-5" dirty="0">
                <a:effectLst/>
                <a:latin typeface="Cambria" panose="02040503050406030204" pitchFamily="18" charset="0"/>
                <a:ea typeface="Cambria" panose="02040503050406030204" pitchFamily="18" charset="0"/>
                <a:cs typeface="Georgia" panose="02040502050405020303" pitchFamily="18" charset="0"/>
              </a:rPr>
              <a:t> </a:t>
            </a:r>
            <a:r>
              <a:rPr lang="en-US" sz="2400" cap="small" spc="-15" dirty="0">
                <a:effectLst/>
                <a:latin typeface="Cambria" panose="02040503050406030204" pitchFamily="18" charset="0"/>
                <a:ea typeface="Cambria" panose="02040503050406030204" pitchFamily="18" charset="0"/>
                <a:cs typeface="Georgia" panose="02040502050405020303" pitchFamily="18" charset="0"/>
              </a:rPr>
              <a:t>1</a:t>
            </a:r>
            <a:r>
              <a:rPr lang="en-US" sz="2400" spc="5" dirty="0">
                <a:effectLst/>
                <a:latin typeface="Cambria" panose="02040503050406030204" pitchFamily="18" charset="0"/>
                <a:ea typeface="Cambria" panose="02040503050406030204" pitchFamily="18" charset="0"/>
                <a:cs typeface="Georgia" panose="02040502050405020303" pitchFamily="18" charset="0"/>
              </a:rPr>
              <a:t>9</a:t>
            </a:r>
            <a:r>
              <a:rPr lang="en-US" sz="2400" spc="-5" dirty="0">
                <a:effectLst/>
                <a:latin typeface="Cambria" panose="02040503050406030204" pitchFamily="18" charset="0"/>
                <a:ea typeface="Cambria" panose="02040503050406030204" pitchFamily="18" charset="0"/>
                <a:cs typeface="Georgia" panose="02040502050405020303" pitchFamily="18" charset="0"/>
              </a:rPr>
              <a:t>8</a:t>
            </a:r>
            <a:r>
              <a:rPr lang="en-US" sz="2400" dirty="0">
                <a:effectLst/>
                <a:latin typeface="Cambria" panose="02040503050406030204" pitchFamily="18" charset="0"/>
                <a:ea typeface="Cambria" panose="02040503050406030204" pitchFamily="18" charset="0"/>
                <a:cs typeface="Georgia" panose="02040502050405020303" pitchFamily="18" charset="0"/>
              </a:rPr>
              <a:t>5</a:t>
            </a:r>
            <a:r>
              <a:rPr lang="en-US" sz="2400" spc="-5" dirty="0">
                <a:effectLst/>
                <a:latin typeface="Cambria" panose="02040503050406030204" pitchFamily="18" charset="0"/>
                <a:ea typeface="Cambria" panose="02040503050406030204" pitchFamily="18" charset="0"/>
                <a:cs typeface="Georgia" panose="02040502050405020303" pitchFamily="18" charset="0"/>
              </a:rPr>
              <a:t> disc</a:t>
            </a:r>
            <a:r>
              <a:rPr lang="en-US" sz="2400" spc="5" dirty="0">
                <a:effectLst/>
                <a:latin typeface="Cambria" panose="02040503050406030204" pitchFamily="18" charset="0"/>
                <a:ea typeface="Cambria" panose="02040503050406030204" pitchFamily="18" charset="0"/>
                <a:cs typeface="Georgia" panose="02040502050405020303" pitchFamily="18" charset="0"/>
              </a:rPr>
              <a:t>u</a:t>
            </a:r>
            <a:r>
              <a:rPr lang="en-US" sz="2400" spc="-5" dirty="0">
                <a:effectLst/>
                <a:latin typeface="Cambria" panose="02040503050406030204" pitchFamily="18" charset="0"/>
                <a:ea typeface="Cambria" panose="02040503050406030204" pitchFamily="18" charset="0"/>
                <a:cs typeface="Georgia" panose="02040502050405020303" pitchFamily="18" charset="0"/>
              </a:rPr>
              <a:t>ssion</a:t>
            </a:r>
            <a:r>
              <a:rPr lang="en-US" sz="2400" dirty="0">
                <a:effectLst/>
                <a:latin typeface="Cambria" panose="02040503050406030204" pitchFamily="18" charset="0"/>
                <a:ea typeface="Cambria" panose="02040503050406030204" pitchFamily="18" charset="0"/>
                <a:cs typeface="Georgia" panose="02040502050405020303" pitchFamily="18" charset="0"/>
              </a:rPr>
              <a:t>s</a:t>
            </a:r>
            <a:r>
              <a:rPr lang="en-US" sz="2400" spc="-5" dirty="0">
                <a:effectLst/>
                <a:latin typeface="Cambria" panose="02040503050406030204" pitchFamily="18" charset="0"/>
                <a:ea typeface="Cambria" panose="02040503050406030204" pitchFamily="18" charset="0"/>
                <a:cs typeface="Georgia" panose="02040502050405020303" pitchFamily="18" charset="0"/>
              </a:rPr>
              <a:t> wer</a:t>
            </a:r>
            <a:r>
              <a:rPr lang="en-US" sz="2400" dirty="0">
                <a:effectLst/>
                <a:latin typeface="Cambria" panose="02040503050406030204" pitchFamily="18" charset="0"/>
                <a:ea typeface="Cambria" panose="02040503050406030204" pitchFamily="18" charset="0"/>
                <a:cs typeface="Georgia" panose="02040502050405020303" pitchFamily="18" charset="0"/>
              </a:rPr>
              <a:t>e</a:t>
            </a:r>
            <a:r>
              <a:rPr lang="en-US" sz="2400" spc="5" dirty="0">
                <a:effectLst/>
                <a:latin typeface="Cambria" panose="02040503050406030204" pitchFamily="18" charset="0"/>
                <a:ea typeface="Cambria" panose="02040503050406030204" pitchFamily="18" charset="0"/>
                <a:cs typeface="Georgia" panose="02040502050405020303" pitchFamily="18" charset="0"/>
              </a:rPr>
              <a:t> </a:t>
            </a:r>
            <a:r>
              <a:rPr lang="en-US" sz="2400" spc="-5" dirty="0">
                <a:effectLst/>
                <a:latin typeface="Cambria" panose="02040503050406030204" pitchFamily="18" charset="0"/>
                <a:ea typeface="Cambria" panose="02040503050406030204" pitchFamily="18" charset="0"/>
                <a:cs typeface="Georgia" panose="02040502050405020303" pitchFamily="18" charset="0"/>
              </a:rPr>
              <a:t>he</a:t>
            </a:r>
            <a:r>
              <a:rPr lang="en-US" sz="2400" dirty="0">
                <a:effectLst/>
                <a:latin typeface="Cambria" panose="02040503050406030204" pitchFamily="18" charset="0"/>
                <a:ea typeface="Cambria" panose="02040503050406030204" pitchFamily="18" charset="0"/>
                <a:cs typeface="Georgia" panose="02040502050405020303" pitchFamily="18" charset="0"/>
              </a:rPr>
              <a:t>ld</a:t>
            </a:r>
            <a:r>
              <a:rPr lang="en-US" sz="2400" spc="-10" dirty="0">
                <a:effectLst/>
                <a:latin typeface="Cambria" panose="02040503050406030204" pitchFamily="18" charset="0"/>
                <a:ea typeface="Cambria" panose="02040503050406030204" pitchFamily="18" charset="0"/>
                <a:cs typeface="Georgia" panose="02040502050405020303" pitchFamily="18" charset="0"/>
              </a:rPr>
              <a:t> </a:t>
            </a:r>
            <a:r>
              <a:rPr lang="en-US" sz="2400" spc="5" dirty="0">
                <a:effectLst/>
                <a:latin typeface="Cambria" panose="02040503050406030204" pitchFamily="18" charset="0"/>
                <a:ea typeface="Cambria" panose="02040503050406030204" pitchFamily="18" charset="0"/>
                <a:cs typeface="Georgia" panose="02040502050405020303" pitchFamily="18" charset="0"/>
              </a:rPr>
              <a:t>t</a:t>
            </a:r>
            <a:r>
              <a:rPr lang="en-US" sz="2400" dirty="0">
                <a:effectLst/>
                <a:latin typeface="Cambria" panose="02040503050406030204" pitchFamily="18" charset="0"/>
                <a:ea typeface="Cambria" panose="02040503050406030204" pitchFamily="18" charset="0"/>
                <a:cs typeface="Georgia" panose="02040502050405020303" pitchFamily="18" charset="0"/>
              </a:rPr>
              <a:t>o</a:t>
            </a:r>
            <a:r>
              <a:rPr lang="en-US" sz="2400" spc="-5" dirty="0">
                <a:effectLst/>
                <a:latin typeface="Cambria" panose="02040503050406030204" pitchFamily="18" charset="0"/>
                <a:ea typeface="Cambria" panose="02040503050406030204" pitchFamily="18" charset="0"/>
                <a:cs typeface="Georgia" panose="02040502050405020303" pitchFamily="18" charset="0"/>
              </a:rPr>
              <a:t> d</a:t>
            </a:r>
            <a:r>
              <a:rPr lang="en-US" sz="2400" spc="5" dirty="0">
                <a:effectLst/>
                <a:latin typeface="Cambria" panose="02040503050406030204" pitchFamily="18" charset="0"/>
                <a:ea typeface="Cambria" panose="02040503050406030204" pitchFamily="18" charset="0"/>
                <a:cs typeface="Georgia" panose="02040502050405020303" pitchFamily="18" charset="0"/>
              </a:rPr>
              <a:t>e</a:t>
            </a:r>
            <a:r>
              <a:rPr lang="en-US" sz="2400" spc="-5" dirty="0">
                <a:effectLst/>
                <a:latin typeface="Cambria" panose="02040503050406030204" pitchFamily="18" charset="0"/>
                <a:ea typeface="Cambria" panose="02040503050406030204" pitchFamily="18" charset="0"/>
                <a:cs typeface="Georgia" panose="02040502050405020303" pitchFamily="18" charset="0"/>
              </a:rPr>
              <a:t>c</a:t>
            </a:r>
            <a:r>
              <a:rPr lang="en-US" sz="2400" spc="5" dirty="0">
                <a:effectLst/>
                <a:latin typeface="Cambria" panose="02040503050406030204" pitchFamily="18" charset="0"/>
                <a:ea typeface="Cambria" panose="02040503050406030204" pitchFamily="18" charset="0"/>
                <a:cs typeface="Georgia" panose="02040502050405020303" pitchFamily="18" charset="0"/>
              </a:rPr>
              <a:t>i</a:t>
            </a:r>
            <a:r>
              <a:rPr lang="en-US" sz="2400" spc="-5" dirty="0">
                <a:effectLst/>
                <a:latin typeface="Cambria" panose="02040503050406030204" pitchFamily="18" charset="0"/>
                <a:ea typeface="Cambria" panose="02040503050406030204" pitchFamily="18" charset="0"/>
                <a:cs typeface="Georgia" panose="02040502050405020303" pitchFamily="18" charset="0"/>
              </a:rPr>
              <a:t>d</a:t>
            </a:r>
            <a:r>
              <a:rPr lang="en-US" sz="2400" dirty="0">
                <a:effectLst/>
                <a:latin typeface="Cambria" panose="02040503050406030204" pitchFamily="18" charset="0"/>
                <a:ea typeface="Cambria" panose="02040503050406030204" pitchFamily="18" charset="0"/>
                <a:cs typeface="Georgia" panose="02040502050405020303" pitchFamily="18" charset="0"/>
              </a:rPr>
              <a:t>e</a:t>
            </a:r>
            <a:r>
              <a:rPr lang="en-US" sz="2400" spc="-5" dirty="0">
                <a:effectLst/>
                <a:latin typeface="Cambria" panose="02040503050406030204" pitchFamily="18" charset="0"/>
                <a:ea typeface="Cambria" panose="02040503050406030204" pitchFamily="18" charset="0"/>
                <a:cs typeface="Georgia" panose="02040502050405020303" pitchFamily="18" charset="0"/>
              </a:rPr>
              <a:t> be</a:t>
            </a:r>
            <a:r>
              <a:rPr lang="en-US" sz="2400" spc="5" dirty="0">
                <a:effectLst/>
                <a:latin typeface="Cambria" panose="02040503050406030204" pitchFamily="18" charset="0"/>
                <a:ea typeface="Cambria" panose="02040503050406030204" pitchFamily="18" charset="0"/>
                <a:cs typeface="Georgia" panose="02040502050405020303" pitchFamily="18" charset="0"/>
              </a:rPr>
              <a:t>t</a:t>
            </a:r>
            <a:r>
              <a:rPr lang="en-US" sz="2400" dirty="0">
                <a:effectLst/>
                <a:latin typeface="Cambria" panose="02040503050406030204" pitchFamily="18" charset="0"/>
                <a:ea typeface="Cambria" panose="02040503050406030204" pitchFamily="18" charset="0"/>
                <a:cs typeface="Georgia" panose="02040502050405020303" pitchFamily="18" charset="0"/>
              </a:rPr>
              <a:t>w</a:t>
            </a:r>
            <a:r>
              <a:rPr lang="en-US" sz="2400" spc="-5" dirty="0">
                <a:effectLst/>
                <a:latin typeface="Cambria" panose="02040503050406030204" pitchFamily="18" charset="0"/>
                <a:ea typeface="Cambria" panose="02040503050406030204" pitchFamily="18" charset="0"/>
                <a:cs typeface="Georgia" panose="02040502050405020303" pitchFamily="18" charset="0"/>
              </a:rPr>
              <a:t>ee</a:t>
            </a:r>
            <a:r>
              <a:rPr lang="en-US" sz="2400" dirty="0">
                <a:effectLst/>
                <a:latin typeface="Cambria" panose="02040503050406030204" pitchFamily="18" charset="0"/>
                <a:ea typeface="Cambria" panose="02040503050406030204" pitchFamily="18" charset="0"/>
                <a:cs typeface="Georgia" panose="02040502050405020303" pitchFamily="18" charset="0"/>
              </a:rPr>
              <a:t>n</a:t>
            </a:r>
            <a:r>
              <a:rPr lang="en-US" sz="2400" spc="5" dirty="0">
                <a:effectLst/>
                <a:latin typeface="Cambria" panose="02040503050406030204" pitchFamily="18" charset="0"/>
                <a:ea typeface="Cambria" panose="02040503050406030204" pitchFamily="18" charset="0"/>
                <a:cs typeface="Georgia" panose="02040502050405020303" pitchFamily="18" charset="0"/>
              </a:rPr>
              <a:t> </a:t>
            </a:r>
            <a:r>
              <a:rPr lang="en-US" sz="2400" spc="-5" dirty="0">
                <a:effectLst/>
                <a:latin typeface="Cambria" panose="02040503050406030204" pitchFamily="18" charset="0"/>
                <a:ea typeface="Cambria" panose="02040503050406030204" pitchFamily="18" charset="0"/>
                <a:cs typeface="Georgia" panose="02040502050405020303" pitchFamily="18" charset="0"/>
              </a:rPr>
              <a:t>b</a:t>
            </a:r>
            <a:r>
              <a:rPr lang="en-US" sz="2400" spc="5" dirty="0">
                <a:effectLst/>
                <a:latin typeface="Cambria" panose="02040503050406030204" pitchFamily="18" charset="0"/>
                <a:ea typeface="Cambria" panose="02040503050406030204" pitchFamily="18" charset="0"/>
                <a:cs typeface="Georgia" panose="02040502050405020303" pitchFamily="18" charset="0"/>
              </a:rPr>
              <a:t>u</a:t>
            </a:r>
            <a:r>
              <a:rPr lang="en-US" sz="2400" spc="-5" dirty="0">
                <a:effectLst/>
                <a:latin typeface="Cambria" panose="02040503050406030204" pitchFamily="18" charset="0"/>
                <a:ea typeface="Cambria" panose="02040503050406030204" pitchFamily="18" charset="0"/>
                <a:cs typeface="Georgia" panose="02040502050405020303" pitchFamily="18" charset="0"/>
              </a:rPr>
              <a:t>i</a:t>
            </a:r>
            <a:r>
              <a:rPr lang="en-US" sz="2400" dirty="0">
                <a:effectLst/>
                <a:latin typeface="Cambria" panose="02040503050406030204" pitchFamily="18" charset="0"/>
                <a:ea typeface="Cambria" panose="02040503050406030204" pitchFamily="18" charset="0"/>
                <a:cs typeface="Georgia" panose="02040502050405020303" pitchFamily="18" charset="0"/>
              </a:rPr>
              <a:t>l</a:t>
            </a:r>
            <a:r>
              <a:rPr lang="en-US" sz="2400" spc="-5" dirty="0">
                <a:effectLst/>
                <a:latin typeface="Cambria" panose="02040503050406030204" pitchFamily="18" charset="0"/>
                <a:ea typeface="Cambria" panose="02040503050406030204" pitchFamily="18" charset="0"/>
                <a:cs typeface="Georgia" panose="02040502050405020303" pitchFamily="18" charset="0"/>
              </a:rPr>
              <a:t>din</a:t>
            </a:r>
            <a:r>
              <a:rPr lang="en-US" sz="2400" dirty="0">
                <a:effectLst/>
                <a:latin typeface="Cambria" panose="02040503050406030204" pitchFamily="18" charset="0"/>
                <a:ea typeface="Cambria" panose="02040503050406030204" pitchFamily="18" charset="0"/>
                <a:cs typeface="Georgia" panose="02040502050405020303" pitchFamily="18" charset="0"/>
              </a:rPr>
              <a:t>g</a:t>
            </a:r>
            <a:r>
              <a:rPr lang="en-US" sz="2400" spc="-5" dirty="0">
                <a:effectLst/>
                <a:latin typeface="Cambria" panose="02040503050406030204" pitchFamily="18" charset="0"/>
                <a:ea typeface="Cambria" panose="02040503050406030204" pitchFamily="18" charset="0"/>
                <a:cs typeface="Georgia" panose="02040502050405020303" pitchFamily="18" charset="0"/>
              </a:rPr>
              <a:t> a</a:t>
            </a:r>
            <a:r>
              <a:rPr lang="en-US" sz="2400" dirty="0">
                <a:effectLst/>
                <a:latin typeface="Cambria" panose="02040503050406030204" pitchFamily="18" charset="0"/>
                <a:ea typeface="Cambria" panose="02040503050406030204" pitchFamily="18" charset="0"/>
                <a:cs typeface="Georgia" panose="02040502050405020303" pitchFamily="18" charset="0"/>
              </a:rPr>
              <a:t>n</a:t>
            </a:r>
            <a:r>
              <a:rPr lang="en-US" sz="2400" spc="5" dirty="0">
                <a:effectLst/>
                <a:latin typeface="Cambria" panose="02040503050406030204" pitchFamily="18" charset="0"/>
                <a:ea typeface="Cambria" panose="02040503050406030204" pitchFamily="18" charset="0"/>
                <a:cs typeface="Georgia" panose="02040502050405020303" pitchFamily="18" charset="0"/>
              </a:rPr>
              <a:t> </a:t>
            </a:r>
            <a:r>
              <a:rPr lang="en-US" sz="2400" spc="-5" dirty="0">
                <a:effectLst/>
                <a:latin typeface="Cambria" panose="02040503050406030204" pitchFamily="18" charset="0"/>
                <a:ea typeface="Cambria" panose="02040503050406030204" pitchFamily="18" charset="0"/>
                <a:cs typeface="Georgia" panose="02040502050405020303" pitchFamily="18" charset="0"/>
              </a:rPr>
              <a:t>ana</a:t>
            </a:r>
            <a:r>
              <a:rPr lang="en-US" sz="2400" dirty="0">
                <a:effectLst/>
                <a:latin typeface="Cambria" panose="02040503050406030204" pitchFamily="18" charset="0"/>
                <a:ea typeface="Cambria" panose="02040503050406030204" pitchFamily="18" charset="0"/>
                <a:cs typeface="Georgia" panose="02040502050405020303" pitchFamily="18" charset="0"/>
              </a:rPr>
              <a:t>l</a:t>
            </a:r>
            <a:r>
              <a:rPr lang="en-US" sz="2400" spc="-5" dirty="0">
                <a:effectLst/>
                <a:latin typeface="Cambria" panose="02040503050406030204" pitchFamily="18" charset="0"/>
                <a:ea typeface="Cambria" panose="02040503050406030204" pitchFamily="18" charset="0"/>
                <a:cs typeface="Georgia" panose="02040502050405020303" pitchFamily="18" charset="0"/>
              </a:rPr>
              <a:t>o</a:t>
            </a:r>
            <a:r>
              <a:rPr lang="en-US" sz="2400" dirty="0">
                <a:effectLst/>
                <a:latin typeface="Cambria" panose="02040503050406030204" pitchFamily="18" charset="0"/>
                <a:ea typeface="Cambria" panose="02040503050406030204" pitchFamily="18" charset="0"/>
                <a:cs typeface="Georgia" panose="02040502050405020303" pitchFamily="18" charset="0"/>
              </a:rPr>
              <a:t>g</a:t>
            </a:r>
            <a:r>
              <a:rPr lang="en-US" sz="2400" spc="-5" dirty="0">
                <a:effectLst/>
                <a:latin typeface="Cambria" panose="02040503050406030204" pitchFamily="18" charset="0"/>
                <a:ea typeface="Cambria" panose="02040503050406030204" pitchFamily="18" charset="0"/>
                <a:cs typeface="Georgia" panose="02040502050405020303" pitchFamily="18" charset="0"/>
              </a:rPr>
              <a:t> or di</a:t>
            </a:r>
            <a:r>
              <a:rPr lang="en-US" sz="2400" dirty="0">
                <a:effectLst/>
                <a:latin typeface="Cambria" panose="02040503050406030204" pitchFamily="18" charset="0"/>
                <a:ea typeface="Cambria" panose="02040503050406030204" pitchFamily="18" charset="0"/>
                <a:cs typeface="Georgia" panose="02040502050405020303" pitchFamily="18" charset="0"/>
              </a:rPr>
              <a:t>g</a:t>
            </a:r>
            <a:r>
              <a:rPr lang="en-US" sz="2400" spc="-5" dirty="0">
                <a:effectLst/>
                <a:latin typeface="Cambria" panose="02040503050406030204" pitchFamily="18" charset="0"/>
                <a:ea typeface="Cambria" panose="02040503050406030204" pitchFamily="18" charset="0"/>
                <a:cs typeface="Georgia" panose="02040502050405020303" pitchFamily="18" charset="0"/>
              </a:rPr>
              <a:t>i</a:t>
            </a:r>
            <a:r>
              <a:rPr lang="en-US" sz="2400" dirty="0">
                <a:effectLst/>
                <a:latin typeface="Cambria" panose="02040503050406030204" pitchFamily="18" charset="0"/>
                <a:ea typeface="Cambria" panose="02040503050406030204" pitchFamily="18" charset="0"/>
                <a:cs typeface="Georgia" panose="02040502050405020303" pitchFamily="18" charset="0"/>
              </a:rPr>
              <a:t>t</a:t>
            </a:r>
            <a:r>
              <a:rPr lang="en-US" sz="2400" spc="-5" dirty="0">
                <a:effectLst/>
                <a:latin typeface="Cambria" panose="02040503050406030204" pitchFamily="18" charset="0"/>
                <a:ea typeface="Cambria" panose="02040503050406030204" pitchFamily="18" charset="0"/>
                <a:cs typeface="Georgia" panose="02040502050405020303" pitchFamily="18" charset="0"/>
              </a:rPr>
              <a:t>a</a:t>
            </a:r>
            <a:r>
              <a:rPr lang="en-US" sz="2400" dirty="0">
                <a:effectLst/>
                <a:latin typeface="Cambria" panose="02040503050406030204" pitchFamily="18" charset="0"/>
                <a:ea typeface="Cambria" panose="02040503050406030204" pitchFamily="18" charset="0"/>
                <a:cs typeface="Georgia" panose="02040502050405020303" pitchFamily="18" charset="0"/>
              </a:rPr>
              <a:t>l </a:t>
            </a:r>
            <a:r>
              <a:rPr lang="en-US" sz="2400" spc="-5" dirty="0">
                <a:effectLst/>
                <a:latin typeface="Cambria" panose="02040503050406030204" pitchFamily="18" charset="0"/>
                <a:ea typeface="Cambria" panose="02040503050406030204" pitchFamily="18" charset="0"/>
                <a:cs typeface="Georgia" panose="02040502050405020303" pitchFamily="18" charset="0"/>
              </a:rPr>
              <a:t>sys</a:t>
            </a:r>
            <a:r>
              <a:rPr lang="en-US" sz="2400" spc="5" dirty="0">
                <a:effectLst/>
                <a:latin typeface="Cambria" panose="02040503050406030204" pitchFamily="18" charset="0"/>
                <a:ea typeface="Cambria" panose="02040503050406030204" pitchFamily="18" charset="0"/>
                <a:cs typeface="Georgia" panose="02040502050405020303" pitchFamily="18" charset="0"/>
              </a:rPr>
              <a:t>t</a:t>
            </a:r>
            <a:r>
              <a:rPr lang="en-US" sz="2400" spc="-5" dirty="0">
                <a:effectLst/>
                <a:latin typeface="Cambria" panose="02040503050406030204" pitchFamily="18" charset="0"/>
                <a:ea typeface="Cambria" panose="02040503050406030204" pitchFamily="18" charset="0"/>
                <a:cs typeface="Georgia" panose="02040502050405020303" pitchFamily="18" charset="0"/>
              </a:rPr>
              <a:t>em</a:t>
            </a:r>
            <a:r>
              <a:rPr lang="en-US" sz="2400" dirty="0">
                <a:effectLst/>
                <a:latin typeface="Cambria" panose="02040503050406030204" pitchFamily="18" charset="0"/>
                <a:ea typeface="Cambria" panose="02040503050406030204" pitchFamily="18" charset="0"/>
                <a:cs typeface="Georgia" panose="02040502050405020303" pitchFamily="18" charset="0"/>
              </a:rPr>
              <a:t>. </a:t>
            </a:r>
            <a:r>
              <a:rPr lang="en-US" sz="2400" spc="-5" dirty="0">
                <a:effectLst/>
                <a:latin typeface="Cambria" panose="02040503050406030204" pitchFamily="18" charset="0"/>
                <a:ea typeface="Cambria" panose="02040503050406030204" pitchFamily="18" charset="0"/>
                <a:cs typeface="Georgia" panose="02040502050405020303" pitchFamily="18" charset="0"/>
              </a:rPr>
              <a:t>A</a:t>
            </a:r>
            <a:r>
              <a:rPr lang="en-US" sz="2400" dirty="0">
                <a:effectLst/>
                <a:latin typeface="Cambria" panose="02040503050406030204" pitchFamily="18" charset="0"/>
                <a:ea typeface="Cambria" panose="02040503050406030204" pitchFamily="18" charset="0"/>
                <a:cs typeface="Georgia" panose="02040502050405020303" pitchFamily="18" charset="0"/>
              </a:rPr>
              <a:t>ft</a:t>
            </a:r>
            <a:r>
              <a:rPr lang="en-US" sz="2400" spc="-5" dirty="0">
                <a:effectLst/>
                <a:latin typeface="Cambria" panose="02040503050406030204" pitchFamily="18" charset="0"/>
                <a:ea typeface="Cambria" panose="02040503050406030204" pitchFamily="18" charset="0"/>
                <a:cs typeface="Georgia" panose="02040502050405020303" pitchFamily="18" charset="0"/>
              </a:rPr>
              <a:t>e</a:t>
            </a:r>
            <a:r>
              <a:rPr lang="en-US" sz="2400" dirty="0">
                <a:effectLst/>
                <a:latin typeface="Cambria" panose="02040503050406030204" pitchFamily="18" charset="0"/>
                <a:ea typeface="Cambria" panose="02040503050406030204" pitchFamily="18" charset="0"/>
                <a:cs typeface="Georgia" panose="02040502050405020303" pitchFamily="18" charset="0"/>
              </a:rPr>
              <a:t>r </a:t>
            </a:r>
            <a:r>
              <a:rPr lang="en-US" sz="2400" spc="-5" dirty="0">
                <a:effectLst/>
                <a:latin typeface="Cambria" panose="02040503050406030204" pitchFamily="18" charset="0"/>
                <a:ea typeface="Cambria" panose="02040503050406030204" pitchFamily="18" charset="0"/>
                <a:cs typeface="Georgia" panose="02040502050405020303" pitchFamily="18" charset="0"/>
              </a:rPr>
              <a:t>m</a:t>
            </a:r>
            <a:r>
              <a:rPr lang="en-US" sz="2400" spc="5" dirty="0">
                <a:effectLst/>
                <a:latin typeface="Cambria" panose="02040503050406030204" pitchFamily="18" charset="0"/>
                <a:ea typeface="Cambria" panose="02040503050406030204" pitchFamily="18" charset="0"/>
                <a:cs typeface="Georgia" panose="02040502050405020303" pitchFamily="18" charset="0"/>
              </a:rPr>
              <a:t>u</a:t>
            </a:r>
            <a:r>
              <a:rPr lang="en-US" sz="2400" dirty="0">
                <a:effectLst/>
                <a:latin typeface="Cambria" panose="02040503050406030204" pitchFamily="18" charset="0"/>
                <a:ea typeface="Cambria" panose="02040503050406030204" pitchFamily="18" charset="0"/>
                <a:cs typeface="Georgia" panose="02040502050405020303" pitchFamily="18" charset="0"/>
              </a:rPr>
              <a:t>lt</a:t>
            </a:r>
            <a:r>
              <a:rPr lang="en-US" sz="2400" spc="-5" dirty="0">
                <a:effectLst/>
                <a:latin typeface="Cambria" panose="02040503050406030204" pitchFamily="18" charset="0"/>
                <a:ea typeface="Cambria" panose="02040503050406030204" pitchFamily="18" charset="0"/>
                <a:cs typeface="Georgia" panose="02040502050405020303" pitchFamily="18" charset="0"/>
              </a:rPr>
              <a:t>ip</a:t>
            </a:r>
            <a:r>
              <a:rPr lang="en-US" sz="2400" dirty="0">
                <a:effectLst/>
                <a:latin typeface="Cambria" panose="02040503050406030204" pitchFamily="18" charset="0"/>
                <a:ea typeface="Cambria" panose="02040503050406030204" pitchFamily="18" charset="0"/>
                <a:cs typeface="Georgia" panose="02040502050405020303" pitchFamily="18" charset="0"/>
              </a:rPr>
              <a:t>le</a:t>
            </a:r>
            <a:r>
              <a:rPr lang="en-US" sz="2400" spc="-10" dirty="0">
                <a:effectLst/>
                <a:latin typeface="Cambria" panose="02040503050406030204" pitchFamily="18" charset="0"/>
                <a:ea typeface="Cambria" panose="02040503050406030204" pitchFamily="18" charset="0"/>
                <a:cs typeface="Georgia" panose="02040502050405020303" pitchFamily="18" charset="0"/>
              </a:rPr>
              <a:t> </a:t>
            </a:r>
            <a:r>
              <a:rPr lang="en-US" sz="2400" dirty="0">
                <a:effectLst/>
                <a:latin typeface="Cambria" panose="02040503050406030204" pitchFamily="18" charset="0"/>
                <a:ea typeface="Cambria" panose="02040503050406030204" pitchFamily="18" charset="0"/>
                <a:cs typeface="Georgia" panose="02040502050405020303" pitchFamily="18" charset="0"/>
              </a:rPr>
              <a:t>f</a:t>
            </a:r>
            <a:r>
              <a:rPr lang="en-US" sz="2400" spc="-5" dirty="0">
                <a:effectLst/>
                <a:latin typeface="Cambria" panose="02040503050406030204" pitchFamily="18" charset="0"/>
                <a:ea typeface="Cambria" panose="02040503050406030204" pitchFamily="18" charset="0"/>
                <a:cs typeface="Georgia" panose="02040502050405020303" pitchFamily="18" charset="0"/>
              </a:rPr>
              <a:t>ie</a:t>
            </a:r>
            <a:r>
              <a:rPr lang="en-US" sz="2400" dirty="0">
                <a:effectLst/>
                <a:latin typeface="Cambria" panose="02040503050406030204" pitchFamily="18" charset="0"/>
                <a:ea typeface="Cambria" panose="02040503050406030204" pitchFamily="18" charset="0"/>
                <a:cs typeface="Georgia" panose="02040502050405020303" pitchFamily="18" charset="0"/>
              </a:rPr>
              <a:t>ld</a:t>
            </a:r>
            <a:r>
              <a:rPr lang="en-US" sz="2400" spc="-10" dirty="0">
                <a:effectLst/>
                <a:latin typeface="Cambria" panose="02040503050406030204" pitchFamily="18" charset="0"/>
                <a:ea typeface="Cambria" panose="02040503050406030204" pitchFamily="18" charset="0"/>
                <a:cs typeface="Georgia" panose="02040502050405020303" pitchFamily="18" charset="0"/>
              </a:rPr>
              <a:t> </a:t>
            </a:r>
            <a:r>
              <a:rPr lang="en-US" sz="2400" dirty="0">
                <a:effectLst/>
                <a:latin typeface="Cambria" panose="02040503050406030204" pitchFamily="18" charset="0"/>
                <a:ea typeface="Cambria" panose="02040503050406030204" pitchFamily="18" charset="0"/>
                <a:cs typeface="Georgia" panose="02040502050405020303" pitchFamily="18" charset="0"/>
              </a:rPr>
              <a:t>t</a:t>
            </a:r>
            <a:r>
              <a:rPr lang="en-US" sz="2400" spc="-5" dirty="0">
                <a:effectLst/>
                <a:latin typeface="Cambria" panose="02040503050406030204" pitchFamily="18" charset="0"/>
                <a:ea typeface="Cambria" panose="02040503050406030204" pitchFamily="18" charset="0"/>
                <a:cs typeface="Georgia" panose="02040502050405020303" pitchFamily="18" charset="0"/>
              </a:rPr>
              <a:t>es</a:t>
            </a:r>
            <a:r>
              <a:rPr lang="en-US" sz="2400" spc="5" dirty="0">
                <a:effectLst/>
                <a:latin typeface="Cambria" panose="02040503050406030204" pitchFamily="18" charset="0"/>
                <a:ea typeface="Cambria" panose="02040503050406030204" pitchFamily="18" charset="0"/>
                <a:cs typeface="Georgia" panose="02040502050405020303" pitchFamily="18" charset="0"/>
              </a:rPr>
              <a:t>t</a:t>
            </a:r>
            <a:r>
              <a:rPr lang="en-US" sz="2400" spc="-5" dirty="0">
                <a:effectLst/>
                <a:latin typeface="Cambria" panose="02040503050406030204" pitchFamily="18" charset="0"/>
                <a:ea typeface="Cambria" panose="02040503050406030204" pitchFamily="18" charset="0"/>
                <a:cs typeface="Georgia" panose="02040502050405020303" pitchFamily="18" charset="0"/>
              </a:rPr>
              <a:t>s</a:t>
            </a:r>
            <a:r>
              <a:rPr lang="en-US" sz="2400" dirty="0">
                <a:effectLst/>
                <a:latin typeface="Cambria" panose="02040503050406030204" pitchFamily="18" charset="0"/>
                <a:ea typeface="Cambria" panose="02040503050406030204" pitchFamily="18" charset="0"/>
                <a:cs typeface="Georgia" panose="02040502050405020303" pitchFamily="18" charset="0"/>
              </a:rPr>
              <a:t>,</a:t>
            </a:r>
            <a:r>
              <a:rPr lang="en-US" sz="2400" spc="-5" dirty="0">
                <a:effectLst/>
                <a:latin typeface="Cambria" panose="02040503050406030204" pitchFamily="18" charset="0"/>
                <a:ea typeface="Cambria" panose="02040503050406030204" pitchFamily="18" charset="0"/>
                <a:cs typeface="Georgia" panose="02040502050405020303" pitchFamily="18" charset="0"/>
              </a:rPr>
              <a:t> </a:t>
            </a:r>
            <a:r>
              <a:rPr lang="en-US" sz="2400" dirty="0">
                <a:effectLst/>
                <a:latin typeface="Cambria" panose="02040503050406030204" pitchFamily="18" charset="0"/>
                <a:ea typeface="Cambria" panose="02040503050406030204" pitchFamily="18" charset="0"/>
                <a:cs typeface="Georgia" panose="02040502050405020303" pitchFamily="18" charset="0"/>
              </a:rPr>
              <a:t>a</a:t>
            </a:r>
            <a:r>
              <a:rPr lang="en-US" sz="2400" spc="-10" dirty="0">
                <a:effectLst/>
                <a:latin typeface="Cambria" panose="02040503050406030204" pitchFamily="18" charset="0"/>
                <a:ea typeface="Cambria" panose="02040503050406030204" pitchFamily="18" charset="0"/>
                <a:cs typeface="Georgia" panose="02040502050405020303" pitchFamily="18" charset="0"/>
              </a:rPr>
              <a:t> </a:t>
            </a:r>
            <a:r>
              <a:rPr lang="en-US" sz="2400" dirty="0">
                <a:effectLst/>
                <a:latin typeface="Cambria" panose="02040503050406030204" pitchFamily="18" charset="0"/>
                <a:ea typeface="Cambria" panose="02040503050406030204" pitchFamily="18" charset="0"/>
                <a:cs typeface="Georgia" panose="02040502050405020303" pitchFamily="18" charset="0"/>
              </a:rPr>
              <a:t>d</a:t>
            </a:r>
            <a:r>
              <a:rPr lang="en-US" sz="2400" spc="-5" dirty="0">
                <a:effectLst/>
                <a:latin typeface="Cambria" panose="02040503050406030204" pitchFamily="18" charset="0"/>
                <a:ea typeface="Cambria" panose="02040503050406030204" pitchFamily="18" charset="0"/>
                <a:cs typeface="Georgia" panose="02040502050405020303" pitchFamily="18" charset="0"/>
              </a:rPr>
              <a:t>i</a:t>
            </a:r>
            <a:r>
              <a:rPr lang="en-US" sz="2400" dirty="0">
                <a:effectLst/>
                <a:latin typeface="Cambria" panose="02040503050406030204" pitchFamily="18" charset="0"/>
                <a:ea typeface="Cambria" panose="02040503050406030204" pitchFamily="18" charset="0"/>
                <a:cs typeface="Georgia" panose="02040502050405020303" pitchFamily="18" charset="0"/>
              </a:rPr>
              <a:t>g</a:t>
            </a:r>
            <a:r>
              <a:rPr lang="en-US" sz="2400" spc="-5" dirty="0">
                <a:effectLst/>
                <a:latin typeface="Cambria" panose="02040503050406030204" pitchFamily="18" charset="0"/>
                <a:ea typeface="Cambria" panose="02040503050406030204" pitchFamily="18" charset="0"/>
                <a:cs typeface="Georgia" panose="02040502050405020303" pitchFamily="18" charset="0"/>
              </a:rPr>
              <a:t>i</a:t>
            </a:r>
            <a:r>
              <a:rPr lang="en-US" sz="2400" dirty="0">
                <a:effectLst/>
                <a:latin typeface="Cambria" panose="02040503050406030204" pitchFamily="18" charset="0"/>
                <a:ea typeface="Cambria" panose="02040503050406030204" pitchFamily="18" charset="0"/>
                <a:cs typeface="Georgia" panose="02040502050405020303" pitchFamily="18" charset="0"/>
              </a:rPr>
              <a:t>t</a:t>
            </a:r>
            <a:r>
              <a:rPr lang="en-US" sz="2400" spc="-5" dirty="0">
                <a:effectLst/>
                <a:latin typeface="Cambria" panose="02040503050406030204" pitchFamily="18" charset="0"/>
                <a:ea typeface="Cambria" panose="02040503050406030204" pitchFamily="18" charset="0"/>
                <a:cs typeface="Georgia" panose="02040502050405020303" pitchFamily="18" charset="0"/>
              </a:rPr>
              <a:t>a</a:t>
            </a:r>
            <a:r>
              <a:rPr lang="en-US" sz="2400" dirty="0">
                <a:effectLst/>
                <a:latin typeface="Cambria" panose="02040503050406030204" pitchFamily="18" charset="0"/>
                <a:ea typeface="Cambria" panose="02040503050406030204" pitchFamily="18" charset="0"/>
                <a:cs typeface="Georgia" panose="02040502050405020303" pitchFamily="18" charset="0"/>
              </a:rPr>
              <a:t>l </a:t>
            </a:r>
            <a:r>
              <a:rPr lang="en-US" sz="2400" spc="-5" dirty="0">
                <a:effectLst/>
                <a:latin typeface="Cambria" panose="02040503050406030204" pitchFamily="18" charset="0"/>
                <a:ea typeface="Cambria" panose="02040503050406030204" pitchFamily="18" charset="0"/>
                <a:cs typeface="Georgia" panose="02040502050405020303" pitchFamily="18" charset="0"/>
              </a:rPr>
              <a:t>sys</a:t>
            </a:r>
            <a:r>
              <a:rPr lang="en-US" sz="2400" spc="5" dirty="0">
                <a:effectLst/>
                <a:latin typeface="Cambria" panose="02040503050406030204" pitchFamily="18" charset="0"/>
                <a:ea typeface="Cambria" panose="02040503050406030204" pitchFamily="18" charset="0"/>
                <a:cs typeface="Georgia" panose="02040502050405020303" pitchFamily="18" charset="0"/>
              </a:rPr>
              <a:t>t</a:t>
            </a:r>
            <a:r>
              <a:rPr lang="en-US" sz="2400" spc="-5" dirty="0">
                <a:effectLst/>
                <a:latin typeface="Cambria" panose="02040503050406030204" pitchFamily="18" charset="0"/>
                <a:ea typeface="Cambria" panose="02040503050406030204" pitchFamily="18" charset="0"/>
                <a:cs typeface="Georgia" panose="02040502050405020303" pitchFamily="18" charset="0"/>
              </a:rPr>
              <a:t>e</a:t>
            </a:r>
            <a:r>
              <a:rPr lang="en-US" sz="2400" dirty="0">
                <a:effectLst/>
                <a:latin typeface="Cambria" panose="02040503050406030204" pitchFamily="18" charset="0"/>
                <a:ea typeface="Cambria" panose="02040503050406030204" pitchFamily="18" charset="0"/>
                <a:cs typeface="Georgia" panose="02040502050405020303" pitchFamily="18" charset="0"/>
              </a:rPr>
              <a:t>m</a:t>
            </a:r>
            <a:r>
              <a:rPr lang="en-US" sz="2400" spc="-5" dirty="0">
                <a:effectLst/>
                <a:latin typeface="Cambria" panose="02040503050406030204" pitchFamily="18" charset="0"/>
                <a:ea typeface="Cambria" panose="02040503050406030204" pitchFamily="18" charset="0"/>
                <a:cs typeface="Georgia" panose="02040502050405020303" pitchFamily="18" charset="0"/>
              </a:rPr>
              <a:t> </a:t>
            </a:r>
            <a:r>
              <a:rPr lang="en-US" sz="2400" dirty="0">
                <a:effectLst/>
                <a:latin typeface="Cambria" panose="02040503050406030204" pitchFamily="18" charset="0"/>
                <a:ea typeface="Cambria" panose="02040503050406030204" pitchFamily="18" charset="0"/>
                <a:cs typeface="Georgia" panose="02040502050405020303" pitchFamily="18" charset="0"/>
              </a:rPr>
              <a:t>was</a:t>
            </a:r>
            <a:r>
              <a:rPr lang="en-US" sz="2400" spc="-5" dirty="0">
                <a:effectLst/>
                <a:latin typeface="Cambria" panose="02040503050406030204" pitchFamily="18" charset="0"/>
                <a:ea typeface="Cambria" panose="02040503050406030204" pitchFamily="18" charset="0"/>
                <a:cs typeface="Georgia" panose="02040502050405020303" pitchFamily="18" charset="0"/>
              </a:rPr>
              <a:t> </a:t>
            </a:r>
            <a:r>
              <a:rPr lang="en-US" sz="2400" dirty="0">
                <a:effectLst/>
                <a:latin typeface="Cambria" panose="02040503050406030204" pitchFamily="18" charset="0"/>
                <a:ea typeface="Cambria" panose="02040503050406030204" pitchFamily="18" charset="0"/>
                <a:cs typeface="Georgia" panose="02040502050405020303" pitchFamily="18" charset="0"/>
              </a:rPr>
              <a:t>a</a:t>
            </a:r>
            <a:r>
              <a:rPr lang="en-US" sz="2400" spc="-5" dirty="0">
                <a:effectLst/>
                <a:latin typeface="Cambria" panose="02040503050406030204" pitchFamily="18" charset="0"/>
                <a:ea typeface="Cambria" panose="02040503050406030204" pitchFamily="18" charset="0"/>
                <a:cs typeface="Georgia" panose="02040502050405020303" pitchFamily="18" charset="0"/>
              </a:rPr>
              <a:t>d</a:t>
            </a:r>
            <a:r>
              <a:rPr lang="en-US" sz="2400" dirty="0">
                <a:effectLst/>
                <a:latin typeface="Cambria" panose="02040503050406030204" pitchFamily="18" charset="0"/>
                <a:ea typeface="Cambria" panose="02040503050406030204" pitchFamily="18" charset="0"/>
                <a:cs typeface="Georgia" panose="02040502050405020303" pitchFamily="18" charset="0"/>
              </a:rPr>
              <a:t>o</a:t>
            </a:r>
            <a:r>
              <a:rPr lang="en-US" sz="2400" spc="-5" dirty="0">
                <a:effectLst/>
                <a:latin typeface="Cambria" panose="02040503050406030204" pitchFamily="18" charset="0"/>
                <a:ea typeface="Cambria" panose="02040503050406030204" pitchFamily="18" charset="0"/>
                <a:cs typeface="Georgia" panose="02040502050405020303" pitchFamily="18" charset="0"/>
              </a:rPr>
              <a:t>p</a:t>
            </a:r>
            <a:r>
              <a:rPr lang="en-US" sz="2400" dirty="0">
                <a:effectLst/>
                <a:latin typeface="Cambria" panose="02040503050406030204" pitchFamily="18" charset="0"/>
                <a:ea typeface="Cambria" panose="02040503050406030204" pitchFamily="18" charset="0"/>
                <a:cs typeface="Georgia" panose="02040502050405020303" pitchFamily="18" charset="0"/>
              </a:rPr>
              <a:t>t</a:t>
            </a:r>
            <a:r>
              <a:rPr lang="en-US" sz="2400" spc="-5" dirty="0">
                <a:effectLst/>
                <a:latin typeface="Cambria" panose="02040503050406030204" pitchFamily="18" charset="0"/>
                <a:ea typeface="Cambria" panose="02040503050406030204" pitchFamily="18" charset="0"/>
                <a:cs typeface="Georgia" panose="02040502050405020303" pitchFamily="18" charset="0"/>
              </a:rPr>
              <a:t>e</a:t>
            </a:r>
            <a:r>
              <a:rPr lang="en-US" sz="2400" dirty="0">
                <a:effectLst/>
                <a:latin typeface="Cambria" panose="02040503050406030204" pitchFamily="18" charset="0"/>
                <a:ea typeface="Cambria" panose="02040503050406030204" pitchFamily="18" charset="0"/>
                <a:cs typeface="Georgia" panose="02040502050405020303" pitchFamily="18" charset="0"/>
              </a:rPr>
              <a:t>d</a:t>
            </a:r>
            <a:r>
              <a:rPr lang="en-US" sz="2400" spc="-10" dirty="0">
                <a:effectLst/>
                <a:latin typeface="Cambria" panose="02040503050406030204" pitchFamily="18" charset="0"/>
                <a:ea typeface="Cambria" panose="02040503050406030204" pitchFamily="18" charset="0"/>
                <a:cs typeface="Georgia" panose="02040502050405020303" pitchFamily="18" charset="0"/>
              </a:rPr>
              <a:t> </a:t>
            </a:r>
            <a:r>
              <a:rPr lang="en-US" sz="2400" dirty="0">
                <a:effectLst/>
                <a:latin typeface="Cambria" panose="02040503050406030204" pitchFamily="18" charset="0"/>
                <a:ea typeface="Cambria" panose="02040503050406030204" pitchFamily="18" charset="0"/>
                <a:cs typeface="Georgia" panose="02040502050405020303" pitchFamily="18" charset="0"/>
              </a:rPr>
              <a:t>for G</a:t>
            </a:r>
            <a:r>
              <a:rPr lang="en-US" sz="2400" spc="-5" dirty="0">
                <a:effectLst/>
                <a:latin typeface="Cambria" panose="02040503050406030204" pitchFamily="18" charset="0"/>
                <a:ea typeface="Cambria" panose="02040503050406030204" pitchFamily="18" charset="0"/>
                <a:cs typeface="Georgia" panose="02040502050405020303" pitchFamily="18" charset="0"/>
              </a:rPr>
              <a:t>S</a:t>
            </a:r>
            <a:r>
              <a:rPr lang="en-US" sz="2400" dirty="0">
                <a:effectLst/>
                <a:latin typeface="Cambria" panose="02040503050406030204" pitchFamily="18" charset="0"/>
                <a:ea typeface="Cambria" panose="02040503050406030204" pitchFamily="18" charset="0"/>
                <a:cs typeface="Georgia" panose="02040502050405020303" pitchFamily="18" charset="0"/>
              </a:rPr>
              <a:t>M. In</a:t>
            </a:r>
            <a:r>
              <a:rPr lang="en-US" sz="2400" spc="-5" dirty="0">
                <a:effectLst/>
                <a:latin typeface="Cambria" panose="02040503050406030204" pitchFamily="18" charset="0"/>
                <a:ea typeface="Cambria" panose="02040503050406030204" pitchFamily="18" charset="0"/>
                <a:cs typeface="Georgia" panose="02040502050405020303" pitchFamily="18" charset="0"/>
              </a:rPr>
              <a:t> </a:t>
            </a:r>
            <a:r>
              <a:rPr lang="en-US" sz="2400" dirty="0">
                <a:effectLst/>
                <a:latin typeface="Cambria" panose="02040503050406030204" pitchFamily="18" charset="0"/>
                <a:ea typeface="Cambria" panose="02040503050406030204" pitchFamily="18" charset="0"/>
                <a:cs typeface="Georgia" panose="02040502050405020303" pitchFamily="18" charset="0"/>
              </a:rPr>
              <a:t>M</a:t>
            </a:r>
            <a:r>
              <a:rPr lang="en-US" sz="2400" spc="-5" dirty="0">
                <a:effectLst/>
                <a:latin typeface="Cambria" panose="02040503050406030204" pitchFamily="18" charset="0"/>
                <a:ea typeface="Cambria" panose="02040503050406030204" pitchFamily="18" charset="0"/>
                <a:cs typeface="Georgia" panose="02040502050405020303" pitchFamily="18" charset="0"/>
              </a:rPr>
              <a:t>a</a:t>
            </a:r>
            <a:r>
              <a:rPr lang="en-US" sz="2400" dirty="0">
                <a:effectLst/>
                <a:latin typeface="Cambria" panose="02040503050406030204" pitchFamily="18" charset="0"/>
                <a:ea typeface="Cambria" panose="02040503050406030204" pitchFamily="18" charset="0"/>
                <a:cs typeface="Georgia" panose="02040502050405020303" pitchFamily="18" charset="0"/>
              </a:rPr>
              <a:t>y </a:t>
            </a:r>
            <a:r>
              <a:rPr lang="en-US" sz="2400" cap="small" spc="-5" dirty="0">
                <a:effectLst/>
                <a:latin typeface="Cambria" panose="02040503050406030204" pitchFamily="18" charset="0"/>
                <a:ea typeface="Cambria" panose="02040503050406030204" pitchFamily="18" charset="0"/>
                <a:cs typeface="Georgia" panose="02040502050405020303" pitchFamily="18" charset="0"/>
              </a:rPr>
              <a:t>1</a:t>
            </a:r>
            <a:r>
              <a:rPr lang="en-US" sz="2400" cap="small" spc="5" dirty="0">
                <a:effectLst/>
                <a:latin typeface="Cambria" panose="02040503050406030204" pitchFamily="18" charset="0"/>
                <a:ea typeface="Cambria" panose="02040503050406030204" pitchFamily="18" charset="0"/>
                <a:cs typeface="Georgia" panose="02040502050405020303" pitchFamily="18" charset="0"/>
              </a:rPr>
              <a:t>9</a:t>
            </a:r>
            <a:r>
              <a:rPr lang="en-US" sz="2400" dirty="0">
                <a:effectLst/>
                <a:latin typeface="Cambria" panose="02040503050406030204" pitchFamily="18" charset="0"/>
                <a:ea typeface="Cambria" panose="02040503050406030204" pitchFamily="18" charset="0"/>
                <a:cs typeface="Georgia" panose="02040502050405020303" pitchFamily="18" charset="0"/>
              </a:rPr>
              <a:t>8</a:t>
            </a:r>
            <a:r>
              <a:rPr lang="en-US" sz="2400" spc="-5" dirty="0">
                <a:effectLst/>
                <a:latin typeface="Cambria" panose="02040503050406030204" pitchFamily="18" charset="0"/>
                <a:ea typeface="Cambria" panose="02040503050406030204" pitchFamily="18" charset="0"/>
                <a:cs typeface="Georgia" panose="02040502050405020303" pitchFamily="18" charset="0"/>
              </a:rPr>
              <a:t>7</a:t>
            </a:r>
            <a:r>
              <a:rPr lang="en-US" sz="2400" dirty="0">
                <a:effectLst/>
                <a:latin typeface="Cambria" panose="02040503050406030204" pitchFamily="18" charset="0"/>
                <a:ea typeface="Cambria" panose="02040503050406030204" pitchFamily="18" charset="0"/>
                <a:cs typeface="Georgia" panose="02040502050405020303" pitchFamily="18" charset="0"/>
              </a:rPr>
              <a:t>,</a:t>
            </a:r>
            <a:r>
              <a:rPr lang="en-US" sz="2400" spc="-5" dirty="0">
                <a:effectLst/>
                <a:latin typeface="Cambria" panose="02040503050406030204" pitchFamily="18" charset="0"/>
                <a:ea typeface="Cambria" panose="02040503050406030204" pitchFamily="18" charset="0"/>
                <a:cs typeface="Georgia" panose="02040502050405020303" pitchFamily="18" charset="0"/>
              </a:rPr>
              <a:t> </a:t>
            </a:r>
            <a:r>
              <a:rPr lang="en-US" sz="2400" spc="5" dirty="0">
                <a:effectLst/>
                <a:latin typeface="Cambria" panose="02040503050406030204" pitchFamily="18" charset="0"/>
                <a:ea typeface="Cambria" panose="02040503050406030204" pitchFamily="18" charset="0"/>
                <a:cs typeface="Georgia" panose="02040502050405020303" pitchFamily="18" charset="0"/>
              </a:rPr>
              <a:t>t</a:t>
            </a:r>
            <a:r>
              <a:rPr lang="en-US" sz="2400" spc="-5" dirty="0">
                <a:effectLst/>
                <a:latin typeface="Cambria" panose="02040503050406030204" pitchFamily="18" charset="0"/>
                <a:ea typeface="Cambria" panose="02040503050406030204" pitchFamily="18" charset="0"/>
                <a:cs typeface="Georgia" panose="02040502050405020303" pitchFamily="18" charset="0"/>
              </a:rPr>
              <a:t>h</a:t>
            </a:r>
            <a:r>
              <a:rPr lang="en-US" sz="2400" dirty="0">
                <a:effectLst/>
                <a:latin typeface="Cambria" panose="02040503050406030204" pitchFamily="18" charset="0"/>
                <a:ea typeface="Cambria" panose="02040503050406030204" pitchFamily="18" charset="0"/>
                <a:cs typeface="Georgia" panose="02040502050405020303" pitchFamily="18" charset="0"/>
              </a:rPr>
              <a:t>e</a:t>
            </a:r>
            <a:r>
              <a:rPr lang="en-US" sz="2400" spc="-5" dirty="0">
                <a:effectLst/>
                <a:latin typeface="Cambria" panose="02040503050406030204" pitchFamily="18" charset="0"/>
                <a:ea typeface="Cambria" panose="02040503050406030204" pitchFamily="18" charset="0"/>
                <a:cs typeface="Georgia" panose="02040502050405020303" pitchFamily="18" charset="0"/>
              </a:rPr>
              <a:t> narrowban</a:t>
            </a:r>
            <a:r>
              <a:rPr lang="en-US" sz="2400" dirty="0">
                <a:effectLst/>
                <a:latin typeface="Cambria" panose="02040503050406030204" pitchFamily="18" charset="0"/>
                <a:ea typeface="Cambria" panose="02040503050406030204" pitchFamily="18" charset="0"/>
                <a:cs typeface="Georgia" panose="02040502050405020303" pitchFamily="18" charset="0"/>
              </a:rPr>
              <a:t>d</a:t>
            </a:r>
            <a:r>
              <a:rPr lang="en-US" sz="2400" spc="-5" dirty="0">
                <a:effectLst/>
                <a:latin typeface="Cambria" panose="02040503050406030204" pitchFamily="18" charset="0"/>
                <a:ea typeface="Cambria" panose="02040503050406030204" pitchFamily="18" charset="0"/>
                <a:cs typeface="Georgia" panose="02040502050405020303" pitchFamily="18" charset="0"/>
              </a:rPr>
              <a:t> </a:t>
            </a:r>
            <a:r>
              <a:rPr lang="en-US" sz="2400" spc="5" dirty="0">
                <a:effectLst/>
                <a:latin typeface="Cambria" panose="02040503050406030204" pitchFamily="18" charset="0"/>
                <a:ea typeface="Cambria" panose="02040503050406030204" pitchFamily="18" charset="0"/>
                <a:cs typeface="Georgia" panose="02040502050405020303" pitchFamily="18" charset="0"/>
              </a:rPr>
              <a:t>t</a:t>
            </a:r>
            <a:r>
              <a:rPr lang="en-US" sz="2400" spc="-5" dirty="0">
                <a:effectLst/>
                <a:latin typeface="Cambria" panose="02040503050406030204" pitchFamily="18" charset="0"/>
                <a:ea typeface="Cambria" panose="02040503050406030204" pitchFamily="18" charset="0"/>
                <a:cs typeface="Georgia" panose="02040502050405020303" pitchFamily="18" charset="0"/>
              </a:rPr>
              <a:t>im</a:t>
            </a:r>
            <a:r>
              <a:rPr lang="en-US" sz="2400" dirty="0">
                <a:effectLst/>
                <a:latin typeface="Cambria" panose="02040503050406030204" pitchFamily="18" charset="0"/>
                <a:ea typeface="Cambria" panose="02040503050406030204" pitchFamily="18" charset="0"/>
                <a:cs typeface="Georgia" panose="02040502050405020303" pitchFamily="18" charset="0"/>
              </a:rPr>
              <a:t>e</a:t>
            </a:r>
            <a:r>
              <a:rPr lang="en-US" sz="2400" spc="5" dirty="0">
                <a:effectLst/>
                <a:latin typeface="Cambria" panose="02040503050406030204" pitchFamily="18" charset="0"/>
                <a:ea typeface="Cambria" panose="02040503050406030204" pitchFamily="18" charset="0"/>
                <a:cs typeface="Georgia" panose="02040502050405020303" pitchFamily="18" charset="0"/>
              </a:rPr>
              <a:t> </a:t>
            </a:r>
            <a:r>
              <a:rPr lang="en-US" sz="2400" spc="-5" dirty="0">
                <a:effectLst/>
                <a:latin typeface="Cambria" panose="02040503050406030204" pitchFamily="18" charset="0"/>
                <a:ea typeface="Cambria" panose="02040503050406030204" pitchFamily="18" charset="0"/>
                <a:cs typeface="Georgia" panose="02040502050405020303" pitchFamily="18" charset="0"/>
              </a:rPr>
              <a:t>di</a:t>
            </a:r>
            <a:r>
              <a:rPr lang="en-US" sz="2400" dirty="0">
                <a:effectLst/>
                <a:latin typeface="Cambria" panose="02040503050406030204" pitchFamily="18" charset="0"/>
                <a:ea typeface="Cambria" panose="02040503050406030204" pitchFamily="18" charset="0"/>
                <a:cs typeface="Georgia" panose="02040502050405020303" pitchFamily="18" charset="0"/>
              </a:rPr>
              <a:t>v</a:t>
            </a:r>
            <a:r>
              <a:rPr lang="en-US" sz="2400" spc="-5" dirty="0">
                <a:effectLst/>
                <a:latin typeface="Cambria" panose="02040503050406030204" pitchFamily="18" charset="0"/>
                <a:ea typeface="Cambria" panose="02040503050406030204" pitchFamily="18" charset="0"/>
                <a:cs typeface="Georgia" panose="02040502050405020303" pitchFamily="18" charset="0"/>
              </a:rPr>
              <a:t>isio</a:t>
            </a:r>
            <a:r>
              <a:rPr lang="en-US" sz="2400" dirty="0">
                <a:effectLst/>
                <a:latin typeface="Cambria" panose="02040503050406030204" pitchFamily="18" charset="0"/>
                <a:ea typeface="Cambria" panose="02040503050406030204" pitchFamily="18" charset="0"/>
                <a:cs typeface="Georgia" panose="02040502050405020303" pitchFamily="18" charset="0"/>
              </a:rPr>
              <a:t>n</a:t>
            </a:r>
            <a:r>
              <a:rPr lang="en-US" sz="2400" spc="5" dirty="0">
                <a:effectLst/>
                <a:latin typeface="Cambria" panose="02040503050406030204" pitchFamily="18" charset="0"/>
                <a:ea typeface="Cambria" panose="02040503050406030204" pitchFamily="18" charset="0"/>
                <a:cs typeface="Georgia" panose="02040502050405020303" pitchFamily="18" charset="0"/>
              </a:rPr>
              <a:t> </a:t>
            </a:r>
            <a:r>
              <a:rPr lang="en-US" sz="2400" spc="-5" dirty="0">
                <a:effectLst/>
                <a:latin typeface="Cambria" panose="02040503050406030204" pitchFamily="18" charset="0"/>
                <a:ea typeface="Cambria" panose="02040503050406030204" pitchFamily="18" charset="0"/>
                <a:cs typeface="Georgia" panose="02040502050405020303" pitchFamily="18" charset="0"/>
              </a:rPr>
              <a:t>m</a:t>
            </a:r>
            <a:r>
              <a:rPr lang="en-US" sz="2400" spc="5" dirty="0">
                <a:effectLst/>
                <a:latin typeface="Cambria" panose="02040503050406030204" pitchFamily="18" charset="0"/>
                <a:ea typeface="Cambria" panose="02040503050406030204" pitchFamily="18" charset="0"/>
                <a:cs typeface="Georgia" panose="02040502050405020303" pitchFamily="18" charset="0"/>
              </a:rPr>
              <a:t>u</a:t>
            </a:r>
            <a:r>
              <a:rPr lang="en-US" sz="2400" dirty="0">
                <a:effectLst/>
                <a:latin typeface="Cambria" panose="02040503050406030204" pitchFamily="18" charset="0"/>
                <a:ea typeface="Cambria" panose="02040503050406030204" pitchFamily="18" charset="0"/>
                <a:cs typeface="Georgia" panose="02040502050405020303" pitchFamily="18" charset="0"/>
              </a:rPr>
              <a:t>l</a:t>
            </a:r>
            <a:r>
              <a:rPr lang="en-US" sz="2400" spc="5" dirty="0">
                <a:effectLst/>
                <a:latin typeface="Cambria" panose="02040503050406030204" pitchFamily="18" charset="0"/>
                <a:ea typeface="Cambria" panose="02040503050406030204" pitchFamily="18" charset="0"/>
                <a:cs typeface="Georgia" panose="02040502050405020303" pitchFamily="18" charset="0"/>
              </a:rPr>
              <a:t>t</a:t>
            </a:r>
            <a:r>
              <a:rPr lang="en-US" sz="2400" spc="-5" dirty="0">
                <a:effectLst/>
                <a:latin typeface="Cambria" panose="02040503050406030204" pitchFamily="18" charset="0"/>
                <a:ea typeface="Cambria" panose="02040503050406030204" pitchFamily="18" charset="0"/>
                <a:cs typeface="Georgia" panose="02040502050405020303" pitchFamily="18" charset="0"/>
              </a:rPr>
              <a:t>ip</a:t>
            </a:r>
            <a:r>
              <a:rPr lang="en-US" sz="2400" dirty="0">
                <a:effectLst/>
                <a:latin typeface="Cambria" panose="02040503050406030204" pitchFamily="18" charset="0"/>
                <a:ea typeface="Cambria" panose="02040503050406030204" pitchFamily="18" charset="0"/>
                <a:cs typeface="Georgia" panose="02040502050405020303" pitchFamily="18" charset="0"/>
              </a:rPr>
              <a:t>le</a:t>
            </a:r>
            <a:r>
              <a:rPr lang="en-US" sz="2400" spc="-10" dirty="0">
                <a:effectLst/>
                <a:latin typeface="Cambria" panose="02040503050406030204" pitchFamily="18" charset="0"/>
                <a:ea typeface="Cambria" panose="02040503050406030204" pitchFamily="18" charset="0"/>
                <a:cs typeface="Georgia" panose="02040502050405020303" pitchFamily="18" charset="0"/>
              </a:rPr>
              <a:t> </a:t>
            </a:r>
            <a:r>
              <a:rPr lang="en-US" sz="2400" spc="-5" dirty="0">
                <a:effectLst/>
                <a:latin typeface="Cambria" panose="02040503050406030204" pitchFamily="18" charset="0"/>
                <a:ea typeface="Cambria" panose="02040503050406030204" pitchFamily="18" charset="0"/>
                <a:cs typeface="Georgia" panose="02040502050405020303" pitchFamily="18" charset="0"/>
              </a:rPr>
              <a:t>acc</a:t>
            </a:r>
            <a:r>
              <a:rPr lang="en-US" sz="2400" spc="5" dirty="0">
                <a:effectLst/>
                <a:latin typeface="Cambria" panose="02040503050406030204" pitchFamily="18" charset="0"/>
                <a:ea typeface="Cambria" panose="02040503050406030204" pitchFamily="18" charset="0"/>
                <a:cs typeface="Georgia" panose="02040502050405020303" pitchFamily="18" charset="0"/>
              </a:rPr>
              <a:t>e</a:t>
            </a:r>
            <a:r>
              <a:rPr lang="en-US" sz="2400" spc="-5" dirty="0">
                <a:effectLst/>
                <a:latin typeface="Cambria" panose="02040503050406030204" pitchFamily="18" charset="0"/>
                <a:ea typeface="Cambria" panose="02040503050406030204" pitchFamily="18" charset="0"/>
                <a:cs typeface="Georgia" panose="02040502050405020303" pitchFamily="18" charset="0"/>
              </a:rPr>
              <a:t>s</a:t>
            </a:r>
            <a:r>
              <a:rPr lang="en-US" sz="2400" dirty="0">
                <a:effectLst/>
                <a:latin typeface="Cambria" panose="02040503050406030204" pitchFamily="18" charset="0"/>
                <a:ea typeface="Cambria" panose="02040503050406030204" pitchFamily="18" charset="0"/>
                <a:cs typeface="Georgia" panose="02040502050405020303" pitchFamily="18" charset="0"/>
              </a:rPr>
              <a:t>s</a:t>
            </a:r>
            <a:r>
              <a:rPr lang="en-US" sz="2400" spc="-5" dirty="0">
                <a:effectLst/>
                <a:latin typeface="Cambria" panose="02040503050406030204" pitchFamily="18" charset="0"/>
                <a:ea typeface="Cambria" panose="02040503050406030204" pitchFamily="18" charset="0"/>
                <a:cs typeface="Georgia" panose="02040502050405020303" pitchFamily="18" charset="0"/>
              </a:rPr>
              <a:t> </a:t>
            </a:r>
            <a:r>
              <a:rPr lang="en-US" sz="2400" spc="5" dirty="0">
                <a:effectLst/>
                <a:latin typeface="Cambria" panose="02040503050406030204" pitchFamily="18" charset="0"/>
                <a:ea typeface="Cambria" panose="02040503050406030204" pitchFamily="18" charset="0"/>
                <a:cs typeface="Georgia" panose="02040502050405020303" pitchFamily="18" charset="0"/>
              </a:rPr>
              <a:t>(</a:t>
            </a:r>
            <a:r>
              <a:rPr lang="en-US" sz="2400" dirty="0">
                <a:effectLst/>
                <a:latin typeface="Cambria" panose="02040503050406030204" pitchFamily="18" charset="0"/>
                <a:ea typeface="Cambria" panose="02040503050406030204" pitchFamily="18" charset="0"/>
                <a:cs typeface="Georgia" panose="02040502050405020303" pitchFamily="18" charset="0"/>
              </a:rPr>
              <a:t>T</a:t>
            </a:r>
            <a:r>
              <a:rPr lang="en-US" sz="2400" spc="-5" dirty="0">
                <a:effectLst/>
                <a:latin typeface="Cambria" panose="02040503050406030204" pitchFamily="18" charset="0"/>
                <a:ea typeface="Cambria" panose="02040503050406030204" pitchFamily="18" charset="0"/>
                <a:cs typeface="Georgia" panose="02040502050405020303" pitchFamily="18" charset="0"/>
              </a:rPr>
              <a:t>DMA</a:t>
            </a:r>
            <a:r>
              <a:rPr lang="en-US" sz="2400" dirty="0">
                <a:effectLst/>
                <a:latin typeface="Cambria" panose="02040503050406030204" pitchFamily="18" charset="0"/>
                <a:ea typeface="Cambria" panose="02040503050406030204" pitchFamily="18" charset="0"/>
                <a:cs typeface="Georgia" panose="02040502050405020303" pitchFamily="18" charset="0"/>
              </a:rPr>
              <a:t>) </a:t>
            </a:r>
            <a:r>
              <a:rPr lang="en-US" sz="2400" spc="-5" dirty="0">
                <a:effectLst/>
                <a:latin typeface="Cambria" panose="02040503050406030204" pitchFamily="18" charset="0"/>
                <a:ea typeface="Cambria" panose="02040503050406030204" pitchFamily="18" charset="0"/>
                <a:cs typeface="Georgia" panose="02040502050405020303" pitchFamily="18" charset="0"/>
              </a:rPr>
              <a:t>so</a:t>
            </a:r>
            <a:r>
              <a:rPr lang="en-US" sz="2400" dirty="0">
                <a:effectLst/>
                <a:latin typeface="Cambria" panose="02040503050406030204" pitchFamily="18" charset="0"/>
                <a:ea typeface="Cambria" panose="02040503050406030204" pitchFamily="18" charset="0"/>
                <a:cs typeface="Georgia" panose="02040502050405020303" pitchFamily="18" charset="0"/>
              </a:rPr>
              <a:t>l</a:t>
            </a:r>
            <a:r>
              <a:rPr lang="en-US" sz="2400" spc="-10" dirty="0">
                <a:effectLst/>
                <a:latin typeface="Cambria" panose="02040503050406030204" pitchFamily="18" charset="0"/>
                <a:ea typeface="Cambria" panose="02040503050406030204" pitchFamily="18" charset="0"/>
                <a:cs typeface="Georgia" panose="02040502050405020303" pitchFamily="18" charset="0"/>
              </a:rPr>
              <a:t>u</a:t>
            </a:r>
            <a:r>
              <a:rPr lang="en-US" sz="2400" spc="5" dirty="0">
                <a:effectLst/>
                <a:latin typeface="Cambria" panose="02040503050406030204" pitchFamily="18" charset="0"/>
                <a:ea typeface="Cambria" panose="02040503050406030204" pitchFamily="18" charset="0"/>
                <a:cs typeface="Georgia" panose="02040502050405020303" pitchFamily="18" charset="0"/>
              </a:rPr>
              <a:t>t</a:t>
            </a:r>
            <a:r>
              <a:rPr lang="en-US" sz="2400" spc="-5" dirty="0">
                <a:effectLst/>
                <a:latin typeface="Cambria" panose="02040503050406030204" pitchFamily="18" charset="0"/>
                <a:ea typeface="Cambria" panose="02040503050406030204" pitchFamily="18" charset="0"/>
                <a:cs typeface="Georgia" panose="02040502050405020303" pitchFamily="18" charset="0"/>
              </a:rPr>
              <a:t>io</a:t>
            </a:r>
            <a:r>
              <a:rPr lang="en-US" sz="2400" dirty="0">
                <a:effectLst/>
                <a:latin typeface="Cambria" panose="02040503050406030204" pitchFamily="18" charset="0"/>
                <a:ea typeface="Cambria" panose="02040503050406030204" pitchFamily="18" charset="0"/>
                <a:cs typeface="Georgia" panose="02040502050405020303" pitchFamily="18" charset="0"/>
              </a:rPr>
              <a:t>n</a:t>
            </a:r>
            <a:r>
              <a:rPr lang="en-US" sz="2400" spc="-5" dirty="0">
                <a:effectLst/>
                <a:latin typeface="Cambria" panose="02040503050406030204" pitchFamily="18" charset="0"/>
                <a:ea typeface="Cambria" panose="02040503050406030204" pitchFamily="18" charset="0"/>
                <a:cs typeface="Georgia" panose="02040502050405020303" pitchFamily="18" charset="0"/>
              </a:rPr>
              <a:t> wa</a:t>
            </a:r>
            <a:r>
              <a:rPr lang="en-US" sz="2400" dirty="0">
                <a:effectLst/>
                <a:latin typeface="Cambria" panose="02040503050406030204" pitchFamily="18" charset="0"/>
                <a:ea typeface="Cambria" panose="02040503050406030204" pitchFamily="18" charset="0"/>
                <a:cs typeface="Georgia" panose="02040502050405020303" pitchFamily="18" charset="0"/>
              </a:rPr>
              <a:t>s</a:t>
            </a:r>
            <a:r>
              <a:rPr lang="en-US" sz="2400" spc="-5" dirty="0">
                <a:effectLst/>
                <a:latin typeface="Cambria" panose="02040503050406030204" pitchFamily="18" charset="0"/>
                <a:ea typeface="Cambria" panose="02040503050406030204" pitchFamily="18" charset="0"/>
                <a:cs typeface="Georgia" panose="02040502050405020303" pitchFamily="18" charset="0"/>
              </a:rPr>
              <a:t> chos</a:t>
            </a:r>
            <a:r>
              <a:rPr lang="en-US" sz="2400" spc="5" dirty="0">
                <a:effectLst/>
                <a:latin typeface="Cambria" panose="02040503050406030204" pitchFamily="18" charset="0"/>
                <a:ea typeface="Cambria" panose="02040503050406030204" pitchFamily="18" charset="0"/>
                <a:cs typeface="Georgia" panose="02040502050405020303" pitchFamily="18" charset="0"/>
              </a:rPr>
              <a:t>e</a:t>
            </a:r>
            <a:r>
              <a:rPr lang="en-US" sz="2400" spc="-5" dirty="0">
                <a:effectLst/>
                <a:latin typeface="Cambria" panose="02040503050406030204" pitchFamily="18" charset="0"/>
                <a:ea typeface="Cambria" panose="02040503050406030204" pitchFamily="18" charset="0"/>
                <a:cs typeface="Georgia" panose="02040502050405020303" pitchFamily="18" charset="0"/>
              </a:rPr>
              <a:t>n. </a:t>
            </a:r>
          </a:p>
          <a:p>
            <a:pPr marL="0" marR="71755" indent="0" algn="just">
              <a:spcBef>
                <a:spcPts val="1175"/>
              </a:spcBef>
              <a:spcAft>
                <a:spcPts val="0"/>
              </a:spcAft>
              <a:buNone/>
            </a:pPr>
            <a:r>
              <a:rPr lang="en-US" sz="2400" dirty="0">
                <a:effectLst/>
                <a:latin typeface="Cambria" panose="02040503050406030204" pitchFamily="18" charset="0"/>
                <a:ea typeface="Cambria" panose="02040503050406030204" pitchFamily="18" charset="0"/>
                <a:cs typeface="Georgia" panose="02040502050405020303" pitchFamily="18" charset="0"/>
              </a:rPr>
              <a:t>GSM provides recommendations, not requirements. The GSM specifications define the functions and interface requirements in detail but do not address the hardware. The reason for this is to limit the designers as little as possible but still to make it possible for the operators to buy equipment from different suppliers. The GSM network is divided into three major systems: the switching system (SS), the base station system (BSS), and the operation and support system (OSS). </a:t>
            </a: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xmlns="" val="1840104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91EE41-E7E9-5B05-A2AA-1BBF2355E151}"/>
              </a:ext>
            </a:extLst>
          </p:cNvPr>
          <p:cNvSpPr>
            <a:spLocks noGrp="1"/>
          </p:cNvSpPr>
          <p:nvPr>
            <p:ph type="title"/>
          </p:nvPr>
        </p:nvSpPr>
        <p:spPr/>
        <p:txBody>
          <a:bodyPr/>
          <a:lstStyle/>
          <a:p>
            <a:r>
              <a:rPr lang="en-US" b="1" dirty="0">
                <a:latin typeface="Cambria" panose="02040503050406030204" pitchFamily="18" charset="0"/>
                <a:ea typeface="Cambria" panose="02040503050406030204" pitchFamily="18" charset="0"/>
              </a:rPr>
              <a:t>The Switching System </a:t>
            </a:r>
          </a:p>
        </p:txBody>
      </p:sp>
      <p:sp>
        <p:nvSpPr>
          <p:cNvPr id="3" name="Content Placeholder 2">
            <a:extLst>
              <a:ext uri="{FF2B5EF4-FFF2-40B4-BE49-F238E27FC236}">
                <a16:creationId xmlns:a16="http://schemas.microsoft.com/office/drawing/2014/main" xmlns="" id="{50E59675-3DFC-04B3-C6C2-14BF4CDDF19D}"/>
              </a:ext>
            </a:extLst>
          </p:cNvPr>
          <p:cNvSpPr>
            <a:spLocks noGrp="1"/>
          </p:cNvSpPr>
          <p:nvPr>
            <p:ph idx="1"/>
          </p:nvPr>
        </p:nvSpPr>
        <p:spPr>
          <a:xfrm>
            <a:off x="838200" y="1825624"/>
            <a:ext cx="10862388" cy="4845763"/>
          </a:xfrm>
        </p:spPr>
        <p:txBody>
          <a:bodyPr>
            <a:normAutofit fontScale="92500"/>
          </a:bodyPr>
          <a:lstStyle/>
          <a:p>
            <a:pPr algn="just">
              <a:spcBef>
                <a:spcPts val="10"/>
              </a:spcBef>
            </a:pPr>
            <a:r>
              <a:rPr lang="en-US" sz="2400" b="1" dirty="0">
                <a:effectLst/>
                <a:latin typeface="Cambria" panose="02040503050406030204" pitchFamily="18" charset="0"/>
                <a:ea typeface="Cambria" panose="02040503050406030204" pitchFamily="18" charset="0"/>
                <a:cs typeface="Symbol" panose="05050102010706020507" pitchFamily="18" charset="2"/>
              </a:rPr>
              <a:t>home location register (HLR)</a:t>
            </a:r>
            <a:r>
              <a:rPr lang="en-US" sz="2400" dirty="0">
                <a:effectLst/>
                <a:latin typeface="Cambria" panose="02040503050406030204" pitchFamily="18" charset="0"/>
                <a:ea typeface="Cambria" panose="02040503050406030204" pitchFamily="18" charset="0"/>
                <a:cs typeface="Symbol" panose="05050102010706020507" pitchFamily="18" charset="2"/>
              </a:rPr>
              <a:t>—The HLR is a database used for storage</a:t>
            </a:r>
            <a:r>
              <a:rPr lang="en-US" sz="2400" spc="-30" dirty="0">
                <a:effectLst/>
                <a:latin typeface="Cambria" panose="02040503050406030204" pitchFamily="18" charset="0"/>
                <a:ea typeface="Cambria" panose="02040503050406030204" pitchFamily="18" charset="0"/>
                <a:cs typeface="Symbol" panose="05050102010706020507" pitchFamily="18" charset="2"/>
              </a:rPr>
              <a:t> </a:t>
            </a:r>
            <a:r>
              <a:rPr lang="en-US" sz="2400" dirty="0">
                <a:effectLst/>
                <a:latin typeface="Cambria" panose="02040503050406030204" pitchFamily="18" charset="0"/>
                <a:ea typeface="Cambria" panose="02040503050406030204" pitchFamily="18" charset="0"/>
                <a:cs typeface="Symbol" panose="05050102010706020507" pitchFamily="18" charset="2"/>
              </a:rPr>
              <a:t>and</a:t>
            </a:r>
            <a:r>
              <a:rPr lang="en-US" sz="2400" spc="-15" dirty="0">
                <a:effectLst/>
                <a:latin typeface="Cambria" panose="02040503050406030204" pitchFamily="18" charset="0"/>
                <a:ea typeface="Cambria" panose="02040503050406030204" pitchFamily="18" charset="0"/>
                <a:cs typeface="Symbol" panose="05050102010706020507" pitchFamily="18" charset="2"/>
              </a:rPr>
              <a:t> </a:t>
            </a:r>
            <a:r>
              <a:rPr lang="en-US" sz="2400" dirty="0">
                <a:effectLst/>
                <a:latin typeface="Cambria" panose="02040503050406030204" pitchFamily="18" charset="0"/>
                <a:ea typeface="Cambria" panose="02040503050406030204" pitchFamily="18" charset="0"/>
                <a:cs typeface="Symbol" panose="05050102010706020507" pitchFamily="18" charset="2"/>
              </a:rPr>
              <a:t>management</a:t>
            </a:r>
            <a:r>
              <a:rPr lang="en-US" sz="2400" spc="-25" dirty="0">
                <a:effectLst/>
                <a:latin typeface="Cambria" panose="02040503050406030204" pitchFamily="18" charset="0"/>
                <a:ea typeface="Cambria" panose="02040503050406030204" pitchFamily="18" charset="0"/>
                <a:cs typeface="Symbol" panose="05050102010706020507" pitchFamily="18" charset="2"/>
              </a:rPr>
              <a:t> </a:t>
            </a:r>
            <a:r>
              <a:rPr lang="en-US" sz="2400" dirty="0">
                <a:effectLst/>
                <a:latin typeface="Cambria" panose="02040503050406030204" pitchFamily="18" charset="0"/>
                <a:ea typeface="Cambria" panose="02040503050406030204" pitchFamily="18" charset="0"/>
                <a:cs typeface="Symbol" panose="05050102010706020507" pitchFamily="18" charset="2"/>
              </a:rPr>
              <a:t>of</a:t>
            </a:r>
            <a:r>
              <a:rPr lang="en-US" sz="2400" spc="-25" dirty="0">
                <a:effectLst/>
                <a:latin typeface="Cambria" panose="02040503050406030204" pitchFamily="18" charset="0"/>
                <a:ea typeface="Cambria" panose="02040503050406030204" pitchFamily="18" charset="0"/>
                <a:cs typeface="Symbol" panose="05050102010706020507" pitchFamily="18" charset="2"/>
              </a:rPr>
              <a:t> </a:t>
            </a:r>
            <a:r>
              <a:rPr lang="en-US" sz="2400" dirty="0">
                <a:effectLst/>
                <a:latin typeface="Cambria" panose="02040503050406030204" pitchFamily="18" charset="0"/>
                <a:ea typeface="Cambria" panose="02040503050406030204" pitchFamily="18" charset="0"/>
                <a:cs typeface="Symbol" panose="05050102010706020507" pitchFamily="18" charset="2"/>
              </a:rPr>
              <a:t>subscriptions.</a:t>
            </a:r>
            <a:r>
              <a:rPr lang="en-US" sz="2400" spc="-25" dirty="0">
                <a:effectLst/>
                <a:latin typeface="Cambria" panose="02040503050406030204" pitchFamily="18" charset="0"/>
                <a:ea typeface="Cambria" panose="02040503050406030204" pitchFamily="18" charset="0"/>
                <a:cs typeface="Symbol" panose="05050102010706020507" pitchFamily="18" charset="2"/>
              </a:rPr>
              <a:t> </a:t>
            </a:r>
            <a:r>
              <a:rPr lang="en-US" sz="2400" dirty="0">
                <a:effectLst/>
                <a:latin typeface="Cambria" panose="02040503050406030204" pitchFamily="18" charset="0"/>
                <a:ea typeface="Cambria" panose="02040503050406030204" pitchFamily="18" charset="0"/>
                <a:cs typeface="Symbol" panose="05050102010706020507" pitchFamily="18" charset="2"/>
              </a:rPr>
              <a:t>The</a:t>
            </a:r>
            <a:r>
              <a:rPr lang="en-US" sz="2400" spc="-15" dirty="0">
                <a:effectLst/>
                <a:latin typeface="Cambria" panose="02040503050406030204" pitchFamily="18" charset="0"/>
                <a:ea typeface="Cambria" panose="02040503050406030204" pitchFamily="18" charset="0"/>
                <a:cs typeface="Symbol" panose="05050102010706020507" pitchFamily="18" charset="2"/>
              </a:rPr>
              <a:t> </a:t>
            </a:r>
            <a:r>
              <a:rPr lang="en-US" sz="2400" dirty="0">
                <a:effectLst/>
                <a:latin typeface="Cambria" panose="02040503050406030204" pitchFamily="18" charset="0"/>
                <a:ea typeface="Cambria" panose="02040503050406030204" pitchFamily="18" charset="0"/>
                <a:cs typeface="Symbol" panose="05050102010706020507" pitchFamily="18" charset="2"/>
              </a:rPr>
              <a:t>HLR</a:t>
            </a:r>
            <a:r>
              <a:rPr lang="en-US" sz="2400" spc="-25" dirty="0">
                <a:effectLst/>
                <a:latin typeface="Cambria" panose="02040503050406030204" pitchFamily="18" charset="0"/>
                <a:ea typeface="Cambria" panose="02040503050406030204" pitchFamily="18" charset="0"/>
                <a:cs typeface="Symbol" panose="05050102010706020507" pitchFamily="18" charset="2"/>
              </a:rPr>
              <a:t> </a:t>
            </a:r>
            <a:r>
              <a:rPr lang="en-US" sz="2400" dirty="0">
                <a:effectLst/>
                <a:latin typeface="Cambria" panose="02040503050406030204" pitchFamily="18" charset="0"/>
                <a:ea typeface="Cambria" panose="02040503050406030204" pitchFamily="18" charset="0"/>
                <a:cs typeface="Symbol" panose="05050102010706020507" pitchFamily="18" charset="2"/>
              </a:rPr>
              <a:t>is</a:t>
            </a:r>
            <a:r>
              <a:rPr lang="en-US" sz="2400" spc="-25" dirty="0">
                <a:effectLst/>
                <a:latin typeface="Cambria" panose="02040503050406030204" pitchFamily="18" charset="0"/>
                <a:ea typeface="Cambria" panose="02040503050406030204" pitchFamily="18" charset="0"/>
                <a:cs typeface="Symbol" panose="05050102010706020507" pitchFamily="18" charset="2"/>
              </a:rPr>
              <a:t> </a:t>
            </a:r>
            <a:r>
              <a:rPr lang="en-US" sz="2400" dirty="0">
                <a:effectLst/>
                <a:latin typeface="Cambria" panose="02040503050406030204" pitchFamily="18" charset="0"/>
                <a:ea typeface="Cambria" panose="02040503050406030204" pitchFamily="18" charset="0"/>
                <a:cs typeface="Symbol" panose="05050102010706020507" pitchFamily="18" charset="2"/>
              </a:rPr>
              <a:t>considered</a:t>
            </a:r>
            <a:r>
              <a:rPr lang="en-US" sz="2400" spc="-30" dirty="0">
                <a:effectLst/>
                <a:latin typeface="Cambria" panose="02040503050406030204" pitchFamily="18" charset="0"/>
                <a:ea typeface="Cambria" panose="02040503050406030204" pitchFamily="18" charset="0"/>
                <a:cs typeface="Symbol" panose="05050102010706020507" pitchFamily="18" charset="2"/>
              </a:rPr>
              <a:t> </a:t>
            </a:r>
            <a:r>
              <a:rPr lang="en-US" sz="2400" dirty="0">
                <a:effectLst/>
                <a:latin typeface="Cambria" panose="02040503050406030204" pitchFamily="18" charset="0"/>
                <a:ea typeface="Cambria" panose="02040503050406030204" pitchFamily="18" charset="0"/>
                <a:cs typeface="Symbol" panose="05050102010706020507" pitchFamily="18" charset="2"/>
              </a:rPr>
              <a:t>the most important database, as it stores permanent data about subscribers, including a subscriber's service profile, location information, and activity status. When an individual buys a subscription from one of the PCS operators, he or she is registered in the HLR of that</a:t>
            </a:r>
            <a:r>
              <a:rPr lang="en-US" sz="2400" spc="-25" dirty="0">
                <a:effectLst/>
                <a:latin typeface="Cambria" panose="02040503050406030204" pitchFamily="18" charset="0"/>
                <a:ea typeface="Cambria" panose="02040503050406030204" pitchFamily="18" charset="0"/>
                <a:cs typeface="Symbol" panose="05050102010706020507" pitchFamily="18" charset="2"/>
              </a:rPr>
              <a:t> </a:t>
            </a:r>
            <a:r>
              <a:rPr lang="en-US" sz="2400" dirty="0">
                <a:effectLst/>
                <a:latin typeface="Cambria" panose="02040503050406030204" pitchFamily="18" charset="0"/>
                <a:ea typeface="Cambria" panose="02040503050406030204" pitchFamily="18" charset="0"/>
                <a:cs typeface="Symbol" panose="05050102010706020507" pitchFamily="18" charset="2"/>
              </a:rPr>
              <a:t>operator.</a:t>
            </a:r>
          </a:p>
          <a:p>
            <a:pPr algn="just">
              <a:spcBef>
                <a:spcPts val="15"/>
              </a:spcBef>
            </a:pPr>
            <a:r>
              <a:rPr lang="en-US" sz="2400" b="1" dirty="0">
                <a:effectLst/>
                <a:latin typeface="Cambria" panose="02040503050406030204" pitchFamily="18" charset="0"/>
                <a:ea typeface="Cambria" panose="02040503050406030204" pitchFamily="18" charset="0"/>
                <a:cs typeface="Symbol" panose="05050102010706020507" pitchFamily="18" charset="2"/>
              </a:rPr>
              <a:t>mobile services switching center (MSC)</a:t>
            </a:r>
            <a:r>
              <a:rPr lang="en-US" sz="2400" dirty="0">
                <a:effectLst/>
                <a:latin typeface="Cambria" panose="02040503050406030204" pitchFamily="18" charset="0"/>
                <a:ea typeface="Cambria" panose="02040503050406030204" pitchFamily="18" charset="0"/>
                <a:cs typeface="Symbol" panose="05050102010706020507" pitchFamily="18" charset="2"/>
              </a:rPr>
              <a:t>—The MSC performs the telephony switching functions of the system. It controls calls to and from other telephone and data systems. </a:t>
            </a:r>
          </a:p>
          <a:p>
            <a:pPr algn="just">
              <a:spcBef>
                <a:spcPts val="50"/>
              </a:spcBef>
            </a:pPr>
            <a:r>
              <a:rPr lang="en-US" sz="2400" b="1" dirty="0">
                <a:effectLst/>
                <a:latin typeface="Cambria" panose="02040503050406030204" pitchFamily="18" charset="0"/>
                <a:ea typeface="Cambria" panose="02040503050406030204" pitchFamily="18" charset="0"/>
                <a:cs typeface="Symbol" panose="05050102010706020507" pitchFamily="18" charset="2"/>
              </a:rPr>
              <a:t>authentication center (AUC)</a:t>
            </a:r>
            <a:r>
              <a:rPr lang="en-US" sz="2400" dirty="0">
                <a:effectLst/>
                <a:latin typeface="Cambria" panose="02040503050406030204" pitchFamily="18" charset="0"/>
                <a:ea typeface="Cambria" panose="02040503050406030204" pitchFamily="18" charset="0"/>
                <a:cs typeface="Symbol" panose="05050102010706020507" pitchFamily="18" charset="2"/>
              </a:rPr>
              <a:t>—A unit called the AUC provides authentication and encryption parameters that verify the user's identity and ensure the confidentiality of each call. The AUC protects network operators from different types of fraud found in today's cellular</a:t>
            </a:r>
            <a:r>
              <a:rPr lang="en-US" sz="2400" spc="-120" dirty="0">
                <a:effectLst/>
                <a:latin typeface="Cambria" panose="02040503050406030204" pitchFamily="18" charset="0"/>
                <a:ea typeface="Cambria" panose="02040503050406030204" pitchFamily="18" charset="0"/>
                <a:cs typeface="Symbol" panose="05050102010706020507" pitchFamily="18" charset="2"/>
              </a:rPr>
              <a:t> </a:t>
            </a:r>
            <a:r>
              <a:rPr lang="en-US" sz="2400" dirty="0">
                <a:effectLst/>
                <a:latin typeface="Cambria" panose="02040503050406030204" pitchFamily="18" charset="0"/>
                <a:ea typeface="Cambria" panose="02040503050406030204" pitchFamily="18" charset="0"/>
                <a:cs typeface="Symbol" panose="05050102010706020507" pitchFamily="18" charset="2"/>
              </a:rPr>
              <a:t>world.</a:t>
            </a:r>
          </a:p>
          <a:p>
            <a:pPr algn="just">
              <a:spcBef>
                <a:spcPts val="15"/>
              </a:spcBef>
            </a:pPr>
            <a:r>
              <a:rPr lang="en-US" sz="2400" b="1" dirty="0">
                <a:effectLst/>
                <a:latin typeface="Cambria" panose="02040503050406030204" pitchFamily="18" charset="0"/>
                <a:ea typeface="Cambria" panose="02040503050406030204" pitchFamily="18" charset="0"/>
                <a:cs typeface="Symbol" panose="05050102010706020507" pitchFamily="18" charset="2"/>
              </a:rPr>
              <a:t>equipment identity register (EIR)</a:t>
            </a:r>
            <a:r>
              <a:rPr lang="en-US" sz="2400" dirty="0">
                <a:effectLst/>
                <a:latin typeface="Cambria" panose="02040503050406030204" pitchFamily="18" charset="0"/>
                <a:ea typeface="Cambria" panose="02040503050406030204" pitchFamily="18" charset="0"/>
                <a:cs typeface="Symbol" panose="05050102010706020507" pitchFamily="18" charset="2"/>
              </a:rPr>
              <a:t>—The EIR is a database that contains information about the identity of mobile equipment that prevents calls from stolen, unauthorized, or defective mobile</a:t>
            </a:r>
            <a:r>
              <a:rPr lang="en-US" sz="2400" spc="-155" dirty="0">
                <a:effectLst/>
                <a:latin typeface="Cambria" panose="02040503050406030204" pitchFamily="18" charset="0"/>
                <a:ea typeface="Cambria" panose="02040503050406030204" pitchFamily="18" charset="0"/>
                <a:cs typeface="Symbol" panose="05050102010706020507" pitchFamily="18" charset="2"/>
              </a:rPr>
              <a:t> </a:t>
            </a:r>
            <a:r>
              <a:rPr lang="en-US" sz="2400" dirty="0">
                <a:effectLst/>
                <a:latin typeface="Cambria" panose="02040503050406030204" pitchFamily="18" charset="0"/>
                <a:ea typeface="Cambria" panose="02040503050406030204" pitchFamily="18" charset="0"/>
                <a:cs typeface="Symbol" panose="05050102010706020507" pitchFamily="18" charset="2"/>
              </a:rPr>
              <a:t>stations. The AUC and EIR are implemented as stand-alone nodes or as a combined AUC/EIR</a:t>
            </a:r>
            <a:r>
              <a:rPr lang="en-US" sz="2400" spc="-20" dirty="0">
                <a:effectLst/>
                <a:latin typeface="Cambria" panose="02040503050406030204" pitchFamily="18" charset="0"/>
                <a:ea typeface="Cambria" panose="02040503050406030204" pitchFamily="18" charset="0"/>
                <a:cs typeface="Symbol" panose="05050102010706020507" pitchFamily="18" charset="2"/>
              </a:rPr>
              <a:t> </a:t>
            </a:r>
            <a:r>
              <a:rPr lang="en-US" sz="2400" dirty="0">
                <a:effectLst/>
                <a:latin typeface="Cambria" panose="02040503050406030204" pitchFamily="18" charset="0"/>
                <a:ea typeface="Cambria" panose="02040503050406030204" pitchFamily="18" charset="0"/>
                <a:cs typeface="Symbol" panose="05050102010706020507" pitchFamily="18" charset="2"/>
              </a:rPr>
              <a:t>node.</a:t>
            </a:r>
          </a:p>
          <a:p>
            <a:endParaRPr lang="en-US" dirty="0"/>
          </a:p>
        </p:txBody>
      </p:sp>
    </p:spTree>
    <p:extLst>
      <p:ext uri="{BB962C8B-B14F-4D97-AF65-F5344CB8AC3E}">
        <p14:creationId xmlns:p14="http://schemas.microsoft.com/office/powerpoint/2010/main" xmlns="" val="1635212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70445A-E26E-1561-20D8-7F8785CD2E35}"/>
              </a:ext>
            </a:extLst>
          </p:cNvPr>
          <p:cNvSpPr>
            <a:spLocks noGrp="1"/>
          </p:cNvSpPr>
          <p:nvPr>
            <p:ph type="title"/>
          </p:nvPr>
        </p:nvSpPr>
        <p:spPr/>
        <p:txBody>
          <a:bodyPr/>
          <a:lstStyle/>
          <a:p>
            <a:r>
              <a:rPr lang="en-US" b="1" dirty="0">
                <a:latin typeface="Cambria" panose="02040503050406030204" pitchFamily="18" charset="0"/>
                <a:ea typeface="Cambria" panose="02040503050406030204" pitchFamily="18" charset="0"/>
              </a:rPr>
              <a:t>The Base Station System </a:t>
            </a:r>
          </a:p>
        </p:txBody>
      </p:sp>
      <p:sp>
        <p:nvSpPr>
          <p:cNvPr id="3" name="Content Placeholder 2">
            <a:extLst>
              <a:ext uri="{FF2B5EF4-FFF2-40B4-BE49-F238E27FC236}">
                <a16:creationId xmlns:a16="http://schemas.microsoft.com/office/drawing/2014/main" xmlns="" id="{73DD9734-FCB3-2375-C1EB-C55E479AC3C9}"/>
              </a:ext>
            </a:extLst>
          </p:cNvPr>
          <p:cNvSpPr>
            <a:spLocks noGrp="1"/>
          </p:cNvSpPr>
          <p:nvPr>
            <p:ph idx="1"/>
          </p:nvPr>
        </p:nvSpPr>
        <p:spPr>
          <a:xfrm>
            <a:off x="838200" y="1825625"/>
            <a:ext cx="10899710" cy="4771118"/>
          </a:xfrm>
        </p:spPr>
        <p:txBody>
          <a:bodyPr>
            <a:normAutofit/>
          </a:bodyPr>
          <a:lstStyle/>
          <a:p>
            <a:pPr marR="294640" lvl="1" algn="just">
              <a:spcBef>
                <a:spcPts val="390"/>
              </a:spcBef>
              <a:buSzPts val="1200"/>
              <a:buFont typeface="Wingdings" panose="05000000000000000000" pitchFamily="2" charset="2"/>
              <a:buChar char="q"/>
              <a:tabLst>
                <a:tab pos="749300" algn="l"/>
                <a:tab pos="749935" algn="l"/>
              </a:tabLst>
            </a:pPr>
            <a:r>
              <a:rPr lang="en-US" sz="3000" b="1" dirty="0">
                <a:effectLst/>
                <a:latin typeface="Cambria" panose="02040503050406030204" pitchFamily="18" charset="0"/>
                <a:ea typeface="Cambria" panose="02040503050406030204" pitchFamily="18" charset="0"/>
                <a:cs typeface="Symbol" panose="05050102010706020507" pitchFamily="18" charset="2"/>
              </a:rPr>
              <a:t>BSC</a:t>
            </a:r>
            <a:r>
              <a:rPr lang="en-US" sz="3000" dirty="0">
                <a:effectLst/>
                <a:latin typeface="Cambria" panose="02040503050406030204" pitchFamily="18" charset="0"/>
                <a:ea typeface="Cambria" panose="02040503050406030204" pitchFamily="18" charset="0"/>
                <a:cs typeface="Symbol" panose="05050102010706020507" pitchFamily="18" charset="2"/>
              </a:rPr>
              <a:t>—The BSC provides all the control functions and physical links between the MSC and BTS. It provides functions such as handover, cell configuration data, and control of radio frequency (RF) power levels in base transceiver stations. A number of BSCs are served by an</a:t>
            </a:r>
            <a:r>
              <a:rPr lang="en-US" sz="3000" spc="-35" dirty="0">
                <a:effectLst/>
                <a:latin typeface="Cambria" panose="02040503050406030204" pitchFamily="18" charset="0"/>
                <a:ea typeface="Cambria" panose="02040503050406030204" pitchFamily="18" charset="0"/>
                <a:cs typeface="Symbol" panose="05050102010706020507" pitchFamily="18" charset="2"/>
              </a:rPr>
              <a:t> </a:t>
            </a:r>
            <a:r>
              <a:rPr lang="en-US" sz="3000" dirty="0">
                <a:effectLst/>
                <a:latin typeface="Cambria" panose="02040503050406030204" pitchFamily="18" charset="0"/>
                <a:ea typeface="Cambria" panose="02040503050406030204" pitchFamily="18" charset="0"/>
                <a:cs typeface="Symbol" panose="05050102010706020507" pitchFamily="18" charset="2"/>
              </a:rPr>
              <a:t>MSC.</a:t>
            </a:r>
            <a:endParaRPr lang="en-US" sz="3000" dirty="0">
              <a:latin typeface="Cambria" panose="02040503050406030204" pitchFamily="18" charset="0"/>
              <a:ea typeface="Cambria" panose="02040503050406030204" pitchFamily="18" charset="0"/>
              <a:cs typeface="Symbol" panose="05050102010706020507" pitchFamily="18" charset="2"/>
            </a:endParaRPr>
          </a:p>
          <a:p>
            <a:pPr marR="294640" lvl="1" algn="just">
              <a:spcBef>
                <a:spcPts val="390"/>
              </a:spcBef>
              <a:buSzPts val="1200"/>
              <a:buFont typeface="Wingdings" panose="05000000000000000000" pitchFamily="2" charset="2"/>
              <a:buChar char="q"/>
              <a:tabLst>
                <a:tab pos="749300" algn="l"/>
                <a:tab pos="749935" algn="l"/>
              </a:tabLst>
            </a:pPr>
            <a:r>
              <a:rPr lang="en-US" sz="3000" b="1" dirty="0">
                <a:effectLst/>
                <a:latin typeface="Cambria" panose="02040503050406030204" pitchFamily="18" charset="0"/>
                <a:ea typeface="Cambria" panose="02040503050406030204" pitchFamily="18" charset="0"/>
                <a:cs typeface="Symbol" panose="05050102010706020507" pitchFamily="18" charset="2"/>
              </a:rPr>
              <a:t>BTS</a:t>
            </a:r>
            <a:r>
              <a:rPr lang="en-US" sz="3000" dirty="0">
                <a:effectLst/>
                <a:latin typeface="Cambria" panose="02040503050406030204" pitchFamily="18" charset="0"/>
                <a:ea typeface="Cambria" panose="02040503050406030204" pitchFamily="18" charset="0"/>
                <a:cs typeface="Symbol" panose="05050102010706020507" pitchFamily="18" charset="2"/>
              </a:rPr>
              <a:t>—The BTS handles the radio interface to the mobile station.</a:t>
            </a:r>
            <a:r>
              <a:rPr lang="en-US" sz="3000" spc="-150" dirty="0">
                <a:effectLst/>
                <a:latin typeface="Cambria" panose="02040503050406030204" pitchFamily="18" charset="0"/>
                <a:ea typeface="Cambria" panose="02040503050406030204" pitchFamily="18" charset="0"/>
                <a:cs typeface="Symbol" panose="05050102010706020507" pitchFamily="18" charset="2"/>
              </a:rPr>
              <a:t> </a:t>
            </a:r>
            <a:r>
              <a:rPr lang="en-US" sz="3000" dirty="0">
                <a:effectLst/>
                <a:latin typeface="Cambria" panose="02040503050406030204" pitchFamily="18" charset="0"/>
                <a:ea typeface="Cambria" panose="02040503050406030204" pitchFamily="18" charset="0"/>
                <a:cs typeface="Symbol" panose="05050102010706020507" pitchFamily="18" charset="2"/>
              </a:rPr>
              <a:t>The BTS is the radio equipment (transceivers and antennas) needed to service each cell in the network. A group of BTSs are controlled by a BSC.</a:t>
            </a:r>
          </a:p>
          <a:p>
            <a:endParaRPr lang="en-US" dirty="0"/>
          </a:p>
        </p:txBody>
      </p:sp>
    </p:spTree>
    <p:extLst>
      <p:ext uri="{BB962C8B-B14F-4D97-AF65-F5344CB8AC3E}">
        <p14:creationId xmlns:p14="http://schemas.microsoft.com/office/powerpoint/2010/main" xmlns="" val="1248846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2B35AD-D1F3-379E-B554-17E29F14604E}"/>
              </a:ext>
            </a:extLst>
          </p:cNvPr>
          <p:cNvSpPr>
            <a:spLocks noGrp="1"/>
          </p:cNvSpPr>
          <p:nvPr>
            <p:ph type="title"/>
          </p:nvPr>
        </p:nvSpPr>
        <p:spPr/>
        <p:txBody>
          <a:bodyPr/>
          <a:lstStyle/>
          <a:p>
            <a:r>
              <a:rPr lang="en-US" b="1" dirty="0">
                <a:latin typeface="Cambria" panose="02040503050406030204" pitchFamily="18" charset="0"/>
                <a:ea typeface="Cambria" panose="02040503050406030204" pitchFamily="18" charset="0"/>
              </a:rPr>
              <a:t>The Operation and Support System</a:t>
            </a:r>
          </a:p>
        </p:txBody>
      </p:sp>
      <p:sp>
        <p:nvSpPr>
          <p:cNvPr id="3" name="Content Placeholder 2">
            <a:extLst>
              <a:ext uri="{FF2B5EF4-FFF2-40B4-BE49-F238E27FC236}">
                <a16:creationId xmlns:a16="http://schemas.microsoft.com/office/drawing/2014/main" xmlns="" id="{9CC47C70-A953-F4DE-7568-1C1BE478DCE2}"/>
              </a:ext>
            </a:extLst>
          </p:cNvPr>
          <p:cNvSpPr>
            <a:spLocks noGrp="1"/>
          </p:cNvSpPr>
          <p:nvPr>
            <p:ph idx="1"/>
          </p:nvPr>
        </p:nvSpPr>
        <p:spPr/>
        <p:txBody>
          <a:bodyPr>
            <a:normAutofit/>
          </a:bodyPr>
          <a:lstStyle/>
          <a:p>
            <a:pPr marL="0" indent="0" algn="just">
              <a:buNone/>
            </a:pPr>
            <a:r>
              <a:rPr lang="en-US" sz="2700" dirty="0">
                <a:effectLst/>
                <a:latin typeface="Cambria" panose="02040503050406030204" pitchFamily="18" charset="0"/>
                <a:ea typeface="Cambria" panose="02040503050406030204" pitchFamily="18" charset="0"/>
                <a:cs typeface="Georgia" panose="02040502050405020303" pitchFamily="18" charset="0"/>
              </a:rPr>
              <a:t>The operations and maintenance center (OMC) is connected to all equipment in the switching system and to the BSC. The implementation of OMC is called the operation and support system (OSS). The OSS is the functional entity from which the network operator monitors and controls the system. The purpose of OSS is to offer the customer cost-effective support for centralized, regional, and local operational and maintenance activities that are required for a GSM network. An important function of OSS is to provide a network overview and support the maintenance activities of different operation and maintenance organizations.</a:t>
            </a:r>
          </a:p>
        </p:txBody>
      </p:sp>
    </p:spTree>
    <p:extLst>
      <p:ext uri="{BB962C8B-B14F-4D97-AF65-F5344CB8AC3E}">
        <p14:creationId xmlns:p14="http://schemas.microsoft.com/office/powerpoint/2010/main" xmlns="" val="3142058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33E3D7-26DC-F5DD-36D1-BFA8D6C77720}"/>
              </a:ext>
            </a:extLst>
          </p:cNvPr>
          <p:cNvSpPr>
            <a:spLocks noGrp="1"/>
          </p:cNvSpPr>
          <p:nvPr>
            <p:ph type="title"/>
          </p:nvPr>
        </p:nvSpPr>
        <p:spPr>
          <a:xfrm>
            <a:off x="799011" y="221434"/>
            <a:ext cx="10515600" cy="1045663"/>
          </a:xfrm>
        </p:spPr>
        <p:txBody>
          <a:bodyPr/>
          <a:lstStyle/>
          <a:p>
            <a:r>
              <a:rPr lang="en-US" b="1" dirty="0">
                <a:latin typeface="Cambria" panose="02040503050406030204" pitchFamily="18" charset="0"/>
                <a:ea typeface="Cambria" panose="02040503050406030204" pitchFamily="18" charset="0"/>
              </a:rPr>
              <a:t>GSM Subscriber Services</a:t>
            </a:r>
          </a:p>
        </p:txBody>
      </p:sp>
      <p:sp>
        <p:nvSpPr>
          <p:cNvPr id="3" name="Content Placeholder 2">
            <a:extLst>
              <a:ext uri="{FF2B5EF4-FFF2-40B4-BE49-F238E27FC236}">
                <a16:creationId xmlns:a16="http://schemas.microsoft.com/office/drawing/2014/main" xmlns="" id="{CEE17863-FB30-EE70-D906-A70E68283FA1}"/>
              </a:ext>
            </a:extLst>
          </p:cNvPr>
          <p:cNvSpPr>
            <a:spLocks noGrp="1"/>
          </p:cNvSpPr>
          <p:nvPr>
            <p:ph idx="1"/>
          </p:nvPr>
        </p:nvSpPr>
        <p:spPr>
          <a:xfrm>
            <a:off x="783771" y="1423851"/>
            <a:ext cx="10570029" cy="4753112"/>
          </a:xfrm>
        </p:spPr>
        <p:txBody>
          <a:bodyPr>
            <a:normAutofit fontScale="77500" lnSpcReduction="20000"/>
          </a:bodyPr>
          <a:lstStyle/>
          <a:p>
            <a:pPr marR="159385" lvl="1" algn="just">
              <a:spcBef>
                <a:spcPts val="0"/>
              </a:spcBef>
              <a:buSzPts val="1200"/>
              <a:buFont typeface="Wingdings" panose="05000000000000000000" pitchFamily="2" charset="2"/>
              <a:buChar char="Ø"/>
              <a:tabLst>
                <a:tab pos="749300" algn="l"/>
                <a:tab pos="749935" algn="l"/>
              </a:tabLst>
            </a:pPr>
            <a:r>
              <a:rPr lang="en-US" sz="3100" b="1" dirty="0">
                <a:effectLst/>
                <a:latin typeface="Cambria" panose="02040503050406030204" pitchFamily="18" charset="0"/>
                <a:ea typeface="Cambria" panose="02040503050406030204" pitchFamily="18" charset="0"/>
                <a:cs typeface="Symbol" panose="05050102010706020507" pitchFamily="18" charset="2"/>
              </a:rPr>
              <a:t>short message services</a:t>
            </a:r>
            <a:r>
              <a:rPr lang="en-US" sz="3100" dirty="0">
                <a:effectLst/>
                <a:latin typeface="Cambria" panose="02040503050406030204" pitchFamily="18" charset="0"/>
                <a:ea typeface="Cambria" panose="02040503050406030204" pitchFamily="18" charset="0"/>
                <a:cs typeface="Symbol" panose="05050102010706020507" pitchFamily="18" charset="2"/>
              </a:rPr>
              <a:t>—A convenient facility of the GSM network is the short message service. This service can be viewed as an advanced form of alphanumeric paging with a number of advantages. If the subscriber's mobile unit is powered off or has left the coverage area, the message is stored and offered back to the subscriber when the mobile is powered on or has reentered the coverage area of the network. This function ensures</a:t>
            </a:r>
            <a:r>
              <a:rPr lang="en-US" sz="3100" spc="-165" dirty="0">
                <a:effectLst/>
                <a:latin typeface="Cambria" panose="02040503050406030204" pitchFamily="18" charset="0"/>
                <a:ea typeface="Cambria" panose="02040503050406030204" pitchFamily="18" charset="0"/>
                <a:cs typeface="Symbol" panose="05050102010706020507" pitchFamily="18" charset="2"/>
              </a:rPr>
              <a:t> </a:t>
            </a:r>
            <a:r>
              <a:rPr lang="en-US" sz="3100" dirty="0">
                <a:effectLst/>
                <a:latin typeface="Cambria" panose="02040503050406030204" pitchFamily="18" charset="0"/>
                <a:ea typeface="Cambria" panose="02040503050406030204" pitchFamily="18" charset="0"/>
                <a:cs typeface="Symbol" panose="05050102010706020507" pitchFamily="18" charset="2"/>
              </a:rPr>
              <a:t>that the message will be</a:t>
            </a:r>
            <a:r>
              <a:rPr lang="en-US" sz="3100" spc="-25" dirty="0">
                <a:effectLst/>
                <a:latin typeface="Cambria" panose="02040503050406030204" pitchFamily="18" charset="0"/>
                <a:ea typeface="Cambria" panose="02040503050406030204" pitchFamily="18" charset="0"/>
                <a:cs typeface="Symbol" panose="05050102010706020507" pitchFamily="18" charset="2"/>
              </a:rPr>
              <a:t> </a:t>
            </a:r>
            <a:r>
              <a:rPr lang="en-US" sz="3100" dirty="0">
                <a:effectLst/>
                <a:latin typeface="Cambria" panose="02040503050406030204" pitchFamily="18" charset="0"/>
                <a:ea typeface="Cambria" panose="02040503050406030204" pitchFamily="18" charset="0"/>
                <a:cs typeface="Symbol" panose="05050102010706020507" pitchFamily="18" charset="2"/>
              </a:rPr>
              <a:t>received.</a:t>
            </a:r>
            <a:endParaRPr lang="en-US" sz="3100" dirty="0">
              <a:latin typeface="Cambria" panose="02040503050406030204" pitchFamily="18" charset="0"/>
              <a:ea typeface="Cambria" panose="02040503050406030204" pitchFamily="18" charset="0"/>
              <a:cs typeface="Symbol" panose="05050102010706020507" pitchFamily="18" charset="2"/>
            </a:endParaRPr>
          </a:p>
          <a:p>
            <a:pPr marR="159385" lvl="1" algn="just">
              <a:spcBef>
                <a:spcPts val="0"/>
              </a:spcBef>
              <a:buSzPts val="1200"/>
              <a:buFont typeface="Wingdings" panose="05000000000000000000" pitchFamily="2" charset="2"/>
              <a:buChar char="Ø"/>
              <a:tabLst>
                <a:tab pos="749300" algn="l"/>
                <a:tab pos="749935" algn="l"/>
              </a:tabLst>
            </a:pPr>
            <a:r>
              <a:rPr lang="en-US" sz="3100" b="1" dirty="0">
                <a:effectLst/>
                <a:latin typeface="Cambria" panose="02040503050406030204" pitchFamily="18" charset="0"/>
                <a:ea typeface="Cambria" panose="02040503050406030204" pitchFamily="18" charset="0"/>
                <a:cs typeface="Symbol" panose="05050102010706020507" pitchFamily="18" charset="2"/>
              </a:rPr>
              <a:t>cell broadcast</a:t>
            </a:r>
            <a:r>
              <a:rPr lang="en-US" sz="3100" dirty="0">
                <a:effectLst/>
                <a:latin typeface="Cambria" panose="02040503050406030204" pitchFamily="18" charset="0"/>
                <a:ea typeface="Cambria" panose="02040503050406030204" pitchFamily="18" charset="0"/>
                <a:cs typeface="Symbol" panose="05050102010706020507" pitchFamily="18" charset="2"/>
              </a:rPr>
              <a:t>—A variation of the short message service is the cell broadcast facility. Typical applications include traffic congestion warnings and reports on accidents.</a:t>
            </a:r>
            <a:endParaRPr lang="en-US" sz="3100" dirty="0">
              <a:latin typeface="Cambria" panose="02040503050406030204" pitchFamily="18" charset="0"/>
              <a:ea typeface="Cambria" panose="02040503050406030204" pitchFamily="18" charset="0"/>
              <a:cs typeface="Symbol" panose="05050102010706020507" pitchFamily="18" charset="2"/>
            </a:endParaRPr>
          </a:p>
          <a:p>
            <a:pPr marR="159385" lvl="1" algn="just">
              <a:spcBef>
                <a:spcPts val="0"/>
              </a:spcBef>
              <a:buSzPts val="1200"/>
              <a:buFont typeface="Wingdings" panose="05000000000000000000" pitchFamily="2" charset="2"/>
              <a:buChar char="Ø"/>
              <a:tabLst>
                <a:tab pos="749300" algn="l"/>
                <a:tab pos="749935" algn="l"/>
              </a:tabLst>
            </a:pPr>
            <a:r>
              <a:rPr lang="en-US" sz="3100" b="1" dirty="0">
                <a:effectLst/>
                <a:latin typeface="Cambria" panose="02040503050406030204" pitchFamily="18" charset="0"/>
                <a:ea typeface="Cambria" panose="02040503050406030204" pitchFamily="18" charset="0"/>
                <a:cs typeface="Symbol" panose="05050102010706020507" pitchFamily="18" charset="2"/>
              </a:rPr>
              <a:t>voice mail</a:t>
            </a:r>
            <a:r>
              <a:rPr lang="en-US" sz="3100" dirty="0">
                <a:effectLst/>
                <a:latin typeface="Cambria" panose="02040503050406030204" pitchFamily="18" charset="0"/>
                <a:ea typeface="Cambria" panose="02040503050406030204" pitchFamily="18" charset="0"/>
                <a:cs typeface="Symbol" panose="05050102010706020507" pitchFamily="18" charset="2"/>
              </a:rPr>
              <a:t>—This service is actually an answering machine within the network, which is controlled by the subscriber. Calls can be forwarded to the subscriber's voice-mail box and the subscriber checks for messages via a personal security</a:t>
            </a:r>
            <a:r>
              <a:rPr lang="en-US" sz="3100" spc="-20" dirty="0">
                <a:effectLst/>
                <a:latin typeface="Cambria" panose="02040503050406030204" pitchFamily="18" charset="0"/>
                <a:ea typeface="Cambria" panose="02040503050406030204" pitchFamily="18" charset="0"/>
                <a:cs typeface="Symbol" panose="05050102010706020507" pitchFamily="18" charset="2"/>
              </a:rPr>
              <a:t> </a:t>
            </a:r>
            <a:r>
              <a:rPr lang="en-US" sz="3100" dirty="0">
                <a:effectLst/>
                <a:latin typeface="Cambria" panose="02040503050406030204" pitchFamily="18" charset="0"/>
                <a:ea typeface="Cambria" panose="02040503050406030204" pitchFamily="18" charset="0"/>
                <a:cs typeface="Symbol" panose="05050102010706020507" pitchFamily="18" charset="2"/>
              </a:rPr>
              <a:t>code.</a:t>
            </a:r>
            <a:endParaRPr lang="en-US" sz="3100" dirty="0">
              <a:latin typeface="Cambria" panose="02040503050406030204" pitchFamily="18" charset="0"/>
              <a:ea typeface="Cambria" panose="02040503050406030204" pitchFamily="18" charset="0"/>
              <a:cs typeface="Symbol" panose="05050102010706020507" pitchFamily="18" charset="2"/>
            </a:endParaRPr>
          </a:p>
          <a:p>
            <a:pPr marR="159385" lvl="1" algn="just">
              <a:spcBef>
                <a:spcPts val="0"/>
              </a:spcBef>
              <a:buSzPts val="1200"/>
              <a:buFont typeface="Wingdings" panose="05000000000000000000" pitchFamily="2" charset="2"/>
              <a:buChar char="Ø"/>
              <a:tabLst>
                <a:tab pos="749300" algn="l"/>
                <a:tab pos="749935" algn="l"/>
              </a:tabLst>
            </a:pPr>
            <a:r>
              <a:rPr lang="en-US" sz="3100" b="1" dirty="0">
                <a:effectLst/>
                <a:latin typeface="Cambria" panose="02040503050406030204" pitchFamily="18" charset="0"/>
                <a:ea typeface="Cambria" panose="02040503050406030204" pitchFamily="18" charset="0"/>
                <a:cs typeface="Symbol" panose="05050102010706020507" pitchFamily="18" charset="2"/>
              </a:rPr>
              <a:t>fax mail</a:t>
            </a:r>
            <a:r>
              <a:rPr lang="en-US" sz="3100" dirty="0">
                <a:effectLst/>
                <a:latin typeface="Cambria" panose="02040503050406030204" pitchFamily="18" charset="0"/>
                <a:ea typeface="Cambria" panose="02040503050406030204" pitchFamily="18" charset="0"/>
                <a:cs typeface="Symbol" panose="05050102010706020507" pitchFamily="18" charset="2"/>
              </a:rPr>
              <a:t>—With this service, the subscriber can receive fax messages</a:t>
            </a:r>
            <a:r>
              <a:rPr lang="en-US" sz="3100" spc="-140" dirty="0">
                <a:effectLst/>
                <a:latin typeface="Cambria" panose="02040503050406030204" pitchFamily="18" charset="0"/>
                <a:ea typeface="Cambria" panose="02040503050406030204" pitchFamily="18" charset="0"/>
                <a:cs typeface="Symbol" panose="05050102010706020507" pitchFamily="18" charset="2"/>
              </a:rPr>
              <a:t> </a:t>
            </a:r>
            <a:r>
              <a:rPr lang="en-US" sz="3100" dirty="0">
                <a:effectLst/>
                <a:latin typeface="Cambria" panose="02040503050406030204" pitchFamily="18" charset="0"/>
                <a:ea typeface="Cambria" panose="02040503050406030204" pitchFamily="18" charset="0"/>
                <a:cs typeface="Symbol" panose="05050102010706020507" pitchFamily="18" charset="2"/>
              </a:rPr>
              <a:t>at any fax machine. The messages are stored in a service center from which they can be retrieved by the subscriber via a personal security code to the desired fax</a:t>
            </a:r>
            <a:r>
              <a:rPr lang="en-US" sz="3100" spc="-45" dirty="0">
                <a:effectLst/>
                <a:latin typeface="Cambria" panose="02040503050406030204" pitchFamily="18" charset="0"/>
                <a:ea typeface="Cambria" panose="02040503050406030204" pitchFamily="18" charset="0"/>
                <a:cs typeface="Symbol" panose="05050102010706020507" pitchFamily="18" charset="2"/>
              </a:rPr>
              <a:t> </a:t>
            </a:r>
            <a:r>
              <a:rPr lang="en-US" sz="3100" dirty="0">
                <a:effectLst/>
                <a:latin typeface="Cambria" panose="02040503050406030204" pitchFamily="18" charset="0"/>
                <a:ea typeface="Cambria" panose="02040503050406030204" pitchFamily="18" charset="0"/>
                <a:cs typeface="Symbol" panose="05050102010706020507" pitchFamily="18" charset="2"/>
              </a:rPr>
              <a:t>number.</a:t>
            </a:r>
          </a:p>
          <a:p>
            <a:pPr marL="0" indent="0">
              <a:buNone/>
            </a:pPr>
            <a:endParaRPr lang="en-US" dirty="0"/>
          </a:p>
        </p:txBody>
      </p:sp>
    </p:spTree>
    <p:extLst>
      <p:ext uri="{BB962C8B-B14F-4D97-AF65-F5344CB8AC3E}">
        <p14:creationId xmlns:p14="http://schemas.microsoft.com/office/powerpoint/2010/main" xmlns="" val="2198650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DEE9C9-5441-92EE-6D5C-A139706175F7}"/>
              </a:ext>
            </a:extLst>
          </p:cNvPr>
          <p:cNvSpPr>
            <a:spLocks noGrp="1"/>
          </p:cNvSpPr>
          <p:nvPr>
            <p:ph type="title"/>
          </p:nvPr>
        </p:nvSpPr>
        <p:spPr>
          <a:xfrm>
            <a:off x="548951" y="299811"/>
            <a:ext cx="10515600" cy="801201"/>
          </a:xfrm>
        </p:spPr>
        <p:txBody>
          <a:bodyPr/>
          <a:lstStyle/>
          <a:p>
            <a:r>
              <a:rPr lang="en-US" b="1" dirty="0">
                <a:latin typeface="Cambria" panose="02040503050406030204" pitchFamily="18" charset="0"/>
                <a:ea typeface="Cambria" panose="02040503050406030204" pitchFamily="18" charset="0"/>
              </a:rPr>
              <a:t>Supplementary Services</a:t>
            </a:r>
          </a:p>
        </p:txBody>
      </p:sp>
      <p:sp>
        <p:nvSpPr>
          <p:cNvPr id="3" name="Content Placeholder 2">
            <a:extLst>
              <a:ext uri="{FF2B5EF4-FFF2-40B4-BE49-F238E27FC236}">
                <a16:creationId xmlns:a16="http://schemas.microsoft.com/office/drawing/2014/main" xmlns="" id="{F5CE172B-F04C-2B63-148F-9E5A832CE074}"/>
              </a:ext>
            </a:extLst>
          </p:cNvPr>
          <p:cNvSpPr>
            <a:spLocks noGrp="1"/>
          </p:cNvSpPr>
          <p:nvPr>
            <p:ph idx="1"/>
          </p:nvPr>
        </p:nvSpPr>
        <p:spPr>
          <a:xfrm>
            <a:off x="548950" y="1213595"/>
            <a:ext cx="11058331" cy="5411140"/>
          </a:xfrm>
        </p:spPr>
        <p:txBody>
          <a:bodyPr>
            <a:noAutofit/>
          </a:bodyPr>
          <a:lstStyle/>
          <a:p>
            <a:pPr marR="246380" lvl="1" algn="just">
              <a:spcBef>
                <a:spcPts val="5"/>
              </a:spcBef>
              <a:buSzPts val="1200"/>
              <a:tabLst>
                <a:tab pos="749300" algn="l"/>
                <a:tab pos="749935" algn="l"/>
              </a:tabLst>
            </a:pPr>
            <a:r>
              <a:rPr lang="en-US" sz="2450" b="1" dirty="0">
                <a:effectLst/>
                <a:latin typeface="Cambria" panose="02040503050406030204" pitchFamily="18" charset="0"/>
                <a:ea typeface="Cambria" panose="02040503050406030204" pitchFamily="18" charset="0"/>
                <a:cs typeface="Symbol" panose="05050102010706020507" pitchFamily="18" charset="2"/>
              </a:rPr>
              <a:t>call forwarding</a:t>
            </a:r>
            <a:r>
              <a:rPr lang="en-US" sz="2450" dirty="0">
                <a:effectLst/>
                <a:latin typeface="Cambria" panose="02040503050406030204" pitchFamily="18" charset="0"/>
                <a:ea typeface="Cambria" panose="02040503050406030204" pitchFamily="18" charset="0"/>
                <a:cs typeface="Symbol" panose="05050102010706020507" pitchFamily="18" charset="2"/>
              </a:rPr>
              <a:t>—This service gives the subscriber the ability to forward incoming calls to another number if the called mobile unit</a:t>
            </a:r>
            <a:r>
              <a:rPr lang="en-US" sz="2450" spc="-140" dirty="0">
                <a:effectLst/>
                <a:latin typeface="Cambria" panose="02040503050406030204" pitchFamily="18" charset="0"/>
                <a:ea typeface="Cambria" panose="02040503050406030204" pitchFamily="18" charset="0"/>
                <a:cs typeface="Symbol" panose="05050102010706020507" pitchFamily="18" charset="2"/>
              </a:rPr>
              <a:t> </a:t>
            </a:r>
            <a:r>
              <a:rPr lang="en-US" sz="2450" dirty="0">
                <a:effectLst/>
                <a:latin typeface="Cambria" panose="02040503050406030204" pitchFamily="18" charset="0"/>
                <a:ea typeface="Cambria" panose="02040503050406030204" pitchFamily="18" charset="0"/>
                <a:cs typeface="Symbol" panose="05050102010706020507" pitchFamily="18" charset="2"/>
              </a:rPr>
              <a:t>is not reachable, if it is busy, if there is no reply, or if call forwarding is allowed</a:t>
            </a:r>
            <a:r>
              <a:rPr lang="en-US" sz="2450" spc="-15" dirty="0">
                <a:effectLst/>
                <a:latin typeface="Cambria" panose="02040503050406030204" pitchFamily="18" charset="0"/>
                <a:ea typeface="Cambria" panose="02040503050406030204" pitchFamily="18" charset="0"/>
                <a:cs typeface="Symbol" panose="05050102010706020507" pitchFamily="18" charset="2"/>
              </a:rPr>
              <a:t> </a:t>
            </a:r>
            <a:r>
              <a:rPr lang="en-US" sz="2450" dirty="0">
                <a:effectLst/>
                <a:latin typeface="Cambria" panose="02040503050406030204" pitchFamily="18" charset="0"/>
                <a:ea typeface="Cambria" panose="02040503050406030204" pitchFamily="18" charset="0"/>
                <a:cs typeface="Symbol" panose="05050102010706020507" pitchFamily="18" charset="2"/>
              </a:rPr>
              <a:t>unconditionally.</a:t>
            </a:r>
            <a:endParaRPr lang="en-US" sz="2450" dirty="0">
              <a:latin typeface="Cambria" panose="02040503050406030204" pitchFamily="18" charset="0"/>
              <a:ea typeface="Cambria" panose="02040503050406030204" pitchFamily="18" charset="0"/>
              <a:cs typeface="Symbol" panose="05050102010706020507" pitchFamily="18" charset="2"/>
            </a:endParaRPr>
          </a:p>
          <a:p>
            <a:pPr marR="246380" lvl="1" algn="just">
              <a:spcBef>
                <a:spcPts val="5"/>
              </a:spcBef>
              <a:buSzPts val="1200"/>
              <a:tabLst>
                <a:tab pos="749300" algn="l"/>
                <a:tab pos="749935" algn="l"/>
              </a:tabLst>
            </a:pPr>
            <a:r>
              <a:rPr lang="en-US" sz="2450" b="1" dirty="0">
                <a:effectLst/>
                <a:latin typeface="Cambria" panose="02040503050406030204" pitchFamily="18" charset="0"/>
                <a:ea typeface="Cambria" panose="02040503050406030204" pitchFamily="18" charset="0"/>
                <a:cs typeface="Symbol" panose="05050102010706020507" pitchFamily="18" charset="2"/>
              </a:rPr>
              <a:t>barring of outgoing calls</a:t>
            </a:r>
            <a:r>
              <a:rPr lang="en-US" sz="2450" dirty="0">
                <a:effectLst/>
                <a:latin typeface="Cambria" panose="02040503050406030204" pitchFamily="18" charset="0"/>
                <a:ea typeface="Cambria" panose="02040503050406030204" pitchFamily="18" charset="0"/>
                <a:cs typeface="Symbol" panose="05050102010706020507" pitchFamily="18" charset="2"/>
              </a:rPr>
              <a:t>—This service makes it possible for a mobile subscriber to prevent all outgoing</a:t>
            </a:r>
            <a:r>
              <a:rPr lang="en-US" sz="2450" spc="-25" dirty="0">
                <a:effectLst/>
                <a:latin typeface="Cambria" panose="02040503050406030204" pitchFamily="18" charset="0"/>
                <a:ea typeface="Cambria" panose="02040503050406030204" pitchFamily="18" charset="0"/>
                <a:cs typeface="Symbol" panose="05050102010706020507" pitchFamily="18" charset="2"/>
              </a:rPr>
              <a:t> </a:t>
            </a:r>
            <a:r>
              <a:rPr lang="en-US" sz="2450" dirty="0">
                <a:effectLst/>
                <a:latin typeface="Cambria" panose="02040503050406030204" pitchFamily="18" charset="0"/>
                <a:ea typeface="Cambria" panose="02040503050406030204" pitchFamily="18" charset="0"/>
                <a:cs typeface="Symbol" panose="05050102010706020507" pitchFamily="18" charset="2"/>
              </a:rPr>
              <a:t>calls.</a:t>
            </a:r>
            <a:endParaRPr lang="en-US" sz="2450" dirty="0">
              <a:latin typeface="Cambria" panose="02040503050406030204" pitchFamily="18" charset="0"/>
              <a:ea typeface="Cambria" panose="02040503050406030204" pitchFamily="18" charset="0"/>
              <a:cs typeface="Symbol" panose="05050102010706020507" pitchFamily="18" charset="2"/>
            </a:endParaRPr>
          </a:p>
          <a:p>
            <a:pPr marR="246380" lvl="1" algn="just">
              <a:spcBef>
                <a:spcPts val="5"/>
              </a:spcBef>
              <a:buSzPts val="1200"/>
              <a:tabLst>
                <a:tab pos="749300" algn="l"/>
                <a:tab pos="749935" algn="l"/>
              </a:tabLst>
            </a:pPr>
            <a:r>
              <a:rPr lang="en-US" sz="2450" b="1" dirty="0">
                <a:effectLst/>
                <a:latin typeface="Cambria" panose="02040503050406030204" pitchFamily="18" charset="0"/>
                <a:ea typeface="Cambria" panose="02040503050406030204" pitchFamily="18" charset="0"/>
                <a:cs typeface="Symbol" panose="05050102010706020507" pitchFamily="18" charset="2"/>
              </a:rPr>
              <a:t>barring of incoming calls</a:t>
            </a:r>
            <a:r>
              <a:rPr lang="en-US" sz="2450" dirty="0">
                <a:effectLst/>
                <a:latin typeface="Cambria" panose="02040503050406030204" pitchFamily="18" charset="0"/>
                <a:ea typeface="Cambria" panose="02040503050406030204" pitchFamily="18" charset="0"/>
                <a:cs typeface="Symbol" panose="05050102010706020507" pitchFamily="18" charset="2"/>
              </a:rPr>
              <a:t>—This function allows the subscriber to prevent incoming calls. </a:t>
            </a:r>
          </a:p>
          <a:p>
            <a:pPr marR="246380" lvl="1" algn="just">
              <a:spcBef>
                <a:spcPts val="5"/>
              </a:spcBef>
              <a:buSzPts val="1200"/>
              <a:tabLst>
                <a:tab pos="749300" algn="l"/>
                <a:tab pos="749935" algn="l"/>
              </a:tabLst>
            </a:pPr>
            <a:r>
              <a:rPr lang="en-US" sz="2450" b="1" dirty="0">
                <a:effectLst/>
                <a:latin typeface="Cambria" panose="02040503050406030204" pitchFamily="18" charset="0"/>
                <a:ea typeface="Cambria" panose="02040503050406030204" pitchFamily="18" charset="0"/>
                <a:cs typeface="Symbol" panose="05050102010706020507" pitchFamily="18" charset="2"/>
              </a:rPr>
              <a:t>advice of charge (</a:t>
            </a:r>
            <a:r>
              <a:rPr lang="en-US" sz="2450" b="1" dirty="0" err="1">
                <a:effectLst/>
                <a:latin typeface="Cambria" panose="02040503050406030204" pitchFamily="18" charset="0"/>
                <a:ea typeface="Cambria" panose="02040503050406030204" pitchFamily="18" charset="0"/>
                <a:cs typeface="Symbol" panose="05050102010706020507" pitchFamily="18" charset="2"/>
              </a:rPr>
              <a:t>AoC</a:t>
            </a:r>
            <a:r>
              <a:rPr lang="en-US" sz="2450" b="1" dirty="0">
                <a:effectLst/>
                <a:latin typeface="Cambria" panose="02040503050406030204" pitchFamily="18" charset="0"/>
                <a:ea typeface="Cambria" panose="02040503050406030204" pitchFamily="18" charset="0"/>
                <a:cs typeface="Symbol" panose="05050102010706020507" pitchFamily="18" charset="2"/>
              </a:rPr>
              <a:t>)</a:t>
            </a:r>
            <a:r>
              <a:rPr lang="en-US" sz="2450" dirty="0">
                <a:effectLst/>
                <a:latin typeface="Cambria" panose="02040503050406030204" pitchFamily="18" charset="0"/>
                <a:ea typeface="Cambria" panose="02040503050406030204" pitchFamily="18" charset="0"/>
                <a:cs typeface="Symbol" panose="05050102010706020507" pitchFamily="18" charset="2"/>
              </a:rPr>
              <a:t>—The </a:t>
            </a:r>
            <a:r>
              <a:rPr lang="en-US" sz="2450" dirty="0" err="1">
                <a:effectLst/>
                <a:latin typeface="Cambria" panose="02040503050406030204" pitchFamily="18" charset="0"/>
                <a:ea typeface="Cambria" panose="02040503050406030204" pitchFamily="18" charset="0"/>
                <a:cs typeface="Symbol" panose="05050102010706020507" pitchFamily="18" charset="2"/>
              </a:rPr>
              <a:t>AoC</a:t>
            </a:r>
            <a:r>
              <a:rPr lang="en-US" sz="2450" dirty="0">
                <a:effectLst/>
                <a:latin typeface="Cambria" panose="02040503050406030204" pitchFamily="18" charset="0"/>
                <a:ea typeface="Cambria" panose="02040503050406030204" pitchFamily="18" charset="0"/>
                <a:cs typeface="Symbol" panose="05050102010706020507" pitchFamily="18" charset="2"/>
              </a:rPr>
              <a:t> service provides the mobile subscriber with an estimate of the call charges. There are two types of </a:t>
            </a:r>
            <a:r>
              <a:rPr lang="en-US" sz="2450" dirty="0" err="1">
                <a:effectLst/>
                <a:latin typeface="Cambria" panose="02040503050406030204" pitchFamily="18" charset="0"/>
                <a:ea typeface="Cambria" panose="02040503050406030204" pitchFamily="18" charset="0"/>
                <a:cs typeface="Symbol" panose="05050102010706020507" pitchFamily="18" charset="2"/>
              </a:rPr>
              <a:t>AoC</a:t>
            </a:r>
            <a:r>
              <a:rPr lang="en-US" sz="2450" dirty="0">
                <a:effectLst/>
                <a:latin typeface="Cambria" panose="02040503050406030204" pitchFamily="18" charset="0"/>
                <a:ea typeface="Cambria" panose="02040503050406030204" pitchFamily="18" charset="0"/>
                <a:cs typeface="Symbol" panose="05050102010706020507" pitchFamily="18" charset="2"/>
              </a:rPr>
              <a:t> information: one that provides the subscriber with an estimate of the bill and one that can be used for immediate charging purposes.</a:t>
            </a:r>
            <a:r>
              <a:rPr lang="en-US" sz="2450" spc="-155" dirty="0">
                <a:effectLst/>
                <a:latin typeface="Cambria" panose="02040503050406030204" pitchFamily="18" charset="0"/>
                <a:ea typeface="Cambria" panose="02040503050406030204" pitchFamily="18" charset="0"/>
                <a:cs typeface="Symbol" panose="05050102010706020507" pitchFamily="18" charset="2"/>
              </a:rPr>
              <a:t> </a:t>
            </a:r>
            <a:r>
              <a:rPr lang="en-US" sz="2450" dirty="0" err="1">
                <a:effectLst/>
                <a:latin typeface="Cambria" panose="02040503050406030204" pitchFamily="18" charset="0"/>
                <a:ea typeface="Cambria" panose="02040503050406030204" pitchFamily="18" charset="0"/>
                <a:cs typeface="Symbol" panose="05050102010706020507" pitchFamily="18" charset="2"/>
              </a:rPr>
              <a:t>AoC</a:t>
            </a:r>
            <a:r>
              <a:rPr lang="en-US" sz="2450" dirty="0">
                <a:effectLst/>
                <a:latin typeface="Cambria" panose="02040503050406030204" pitchFamily="18" charset="0"/>
                <a:ea typeface="Cambria" panose="02040503050406030204" pitchFamily="18" charset="0"/>
                <a:cs typeface="Symbol" panose="05050102010706020507" pitchFamily="18" charset="2"/>
              </a:rPr>
              <a:t> for data calls is provided on the basis of time</a:t>
            </a:r>
            <a:r>
              <a:rPr lang="en-US" sz="2450" spc="-70" dirty="0">
                <a:effectLst/>
                <a:latin typeface="Cambria" panose="02040503050406030204" pitchFamily="18" charset="0"/>
                <a:ea typeface="Cambria" panose="02040503050406030204" pitchFamily="18" charset="0"/>
                <a:cs typeface="Symbol" panose="05050102010706020507" pitchFamily="18" charset="2"/>
              </a:rPr>
              <a:t> </a:t>
            </a:r>
            <a:r>
              <a:rPr lang="en-US" sz="2450" dirty="0">
                <a:effectLst/>
                <a:latin typeface="Cambria" panose="02040503050406030204" pitchFamily="18" charset="0"/>
                <a:ea typeface="Cambria" panose="02040503050406030204" pitchFamily="18" charset="0"/>
                <a:cs typeface="Symbol" panose="05050102010706020507" pitchFamily="18" charset="2"/>
              </a:rPr>
              <a:t>measurements.</a:t>
            </a:r>
            <a:endParaRPr lang="en-US" sz="2450" dirty="0">
              <a:latin typeface="Cambria" panose="02040503050406030204" pitchFamily="18" charset="0"/>
              <a:ea typeface="Cambria" panose="02040503050406030204" pitchFamily="18" charset="0"/>
              <a:cs typeface="Symbol" panose="05050102010706020507" pitchFamily="18" charset="2"/>
            </a:endParaRPr>
          </a:p>
          <a:p>
            <a:pPr marR="246380" lvl="1" algn="just">
              <a:spcBef>
                <a:spcPts val="5"/>
              </a:spcBef>
              <a:buSzPts val="1200"/>
              <a:tabLst>
                <a:tab pos="749300" algn="l"/>
                <a:tab pos="749935" algn="l"/>
              </a:tabLst>
            </a:pPr>
            <a:r>
              <a:rPr lang="en-US" sz="2450" b="1" dirty="0">
                <a:effectLst/>
                <a:latin typeface="Cambria" panose="02040503050406030204" pitchFamily="18" charset="0"/>
                <a:ea typeface="Cambria" panose="02040503050406030204" pitchFamily="18" charset="0"/>
                <a:cs typeface="Symbol" panose="05050102010706020507" pitchFamily="18" charset="2"/>
              </a:rPr>
              <a:t>call hold</a:t>
            </a:r>
            <a:r>
              <a:rPr lang="en-US" sz="2450" dirty="0">
                <a:effectLst/>
                <a:latin typeface="Cambria" panose="02040503050406030204" pitchFamily="18" charset="0"/>
                <a:ea typeface="Cambria" panose="02040503050406030204" pitchFamily="18" charset="0"/>
                <a:cs typeface="Symbol" panose="05050102010706020507" pitchFamily="18" charset="2"/>
              </a:rPr>
              <a:t>—This service enables the subscriber to interrupt an</a:t>
            </a:r>
            <a:r>
              <a:rPr lang="en-US" sz="2450" spc="-170" dirty="0">
                <a:effectLst/>
                <a:latin typeface="Cambria" panose="02040503050406030204" pitchFamily="18" charset="0"/>
                <a:ea typeface="Cambria" panose="02040503050406030204" pitchFamily="18" charset="0"/>
                <a:cs typeface="Symbol" panose="05050102010706020507" pitchFamily="18" charset="2"/>
              </a:rPr>
              <a:t> </a:t>
            </a:r>
            <a:r>
              <a:rPr lang="en-US" sz="2450" dirty="0">
                <a:effectLst/>
                <a:latin typeface="Cambria" panose="02040503050406030204" pitchFamily="18" charset="0"/>
                <a:ea typeface="Cambria" panose="02040503050406030204" pitchFamily="18" charset="0"/>
                <a:cs typeface="Symbol" panose="05050102010706020507" pitchFamily="18" charset="2"/>
              </a:rPr>
              <a:t>ongoing call and then subsequently reestablish the call. The call hold service is only applicable to normal</a:t>
            </a:r>
            <a:r>
              <a:rPr lang="en-US" sz="2450" spc="-20" dirty="0">
                <a:effectLst/>
                <a:latin typeface="Cambria" panose="02040503050406030204" pitchFamily="18" charset="0"/>
                <a:ea typeface="Cambria" panose="02040503050406030204" pitchFamily="18" charset="0"/>
                <a:cs typeface="Symbol" panose="05050102010706020507" pitchFamily="18" charset="2"/>
              </a:rPr>
              <a:t> </a:t>
            </a:r>
            <a:r>
              <a:rPr lang="en-US" sz="2450" dirty="0">
                <a:effectLst/>
                <a:latin typeface="Cambria" panose="02040503050406030204" pitchFamily="18" charset="0"/>
                <a:ea typeface="Cambria" panose="02040503050406030204" pitchFamily="18" charset="0"/>
                <a:cs typeface="Symbol" panose="05050102010706020507" pitchFamily="18" charset="2"/>
              </a:rPr>
              <a:t>telephony.</a:t>
            </a:r>
            <a:endParaRPr lang="en-US" sz="2450" dirty="0">
              <a:latin typeface="Cambria" panose="02040503050406030204" pitchFamily="18" charset="0"/>
              <a:ea typeface="Cambria" panose="02040503050406030204" pitchFamily="18" charset="0"/>
              <a:cs typeface="Symbol" panose="05050102010706020507" pitchFamily="18" charset="2"/>
            </a:endParaRPr>
          </a:p>
        </p:txBody>
      </p:sp>
    </p:spTree>
    <p:extLst>
      <p:ext uri="{BB962C8B-B14F-4D97-AF65-F5344CB8AC3E}">
        <p14:creationId xmlns:p14="http://schemas.microsoft.com/office/powerpoint/2010/main" xmlns="" val="1269582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DEE9C9-5441-92EE-6D5C-A139706175F7}"/>
              </a:ext>
            </a:extLst>
          </p:cNvPr>
          <p:cNvSpPr>
            <a:spLocks noGrp="1"/>
          </p:cNvSpPr>
          <p:nvPr>
            <p:ph type="title"/>
          </p:nvPr>
        </p:nvSpPr>
        <p:spPr>
          <a:xfrm>
            <a:off x="548951" y="103868"/>
            <a:ext cx="10515600" cy="801201"/>
          </a:xfrm>
        </p:spPr>
        <p:txBody>
          <a:bodyPr/>
          <a:lstStyle/>
          <a:p>
            <a:r>
              <a:rPr lang="en-US" b="1" dirty="0">
                <a:latin typeface="Cambria" panose="02040503050406030204" pitchFamily="18" charset="0"/>
                <a:ea typeface="Cambria" panose="02040503050406030204" pitchFamily="18" charset="0"/>
              </a:rPr>
              <a:t>Supplementary Services (Contd.)</a:t>
            </a:r>
          </a:p>
        </p:txBody>
      </p:sp>
      <p:sp>
        <p:nvSpPr>
          <p:cNvPr id="3" name="Content Placeholder 2">
            <a:extLst>
              <a:ext uri="{FF2B5EF4-FFF2-40B4-BE49-F238E27FC236}">
                <a16:creationId xmlns:a16="http://schemas.microsoft.com/office/drawing/2014/main" xmlns="" id="{F5CE172B-F04C-2B63-148F-9E5A832CE074}"/>
              </a:ext>
            </a:extLst>
          </p:cNvPr>
          <p:cNvSpPr>
            <a:spLocks noGrp="1"/>
          </p:cNvSpPr>
          <p:nvPr>
            <p:ph idx="1"/>
          </p:nvPr>
        </p:nvSpPr>
        <p:spPr>
          <a:xfrm>
            <a:off x="548951" y="1253331"/>
            <a:ext cx="10890380" cy="5259436"/>
          </a:xfrm>
        </p:spPr>
        <p:txBody>
          <a:bodyPr>
            <a:noAutofit/>
          </a:bodyPr>
          <a:lstStyle/>
          <a:p>
            <a:pPr marR="246380" lvl="1" algn="just">
              <a:spcBef>
                <a:spcPts val="5"/>
              </a:spcBef>
              <a:buSzPts val="1200"/>
              <a:tabLst>
                <a:tab pos="749300" algn="l"/>
                <a:tab pos="749935" algn="l"/>
              </a:tabLst>
            </a:pPr>
            <a:r>
              <a:rPr lang="en-US" sz="2600" b="1" dirty="0">
                <a:effectLst/>
                <a:latin typeface="Cambria" panose="02040503050406030204" pitchFamily="18" charset="0"/>
                <a:ea typeface="Cambria" panose="02040503050406030204" pitchFamily="18" charset="0"/>
                <a:cs typeface="Symbol" panose="05050102010706020507" pitchFamily="18" charset="2"/>
              </a:rPr>
              <a:t>call waiting</a:t>
            </a:r>
            <a:r>
              <a:rPr lang="en-US" sz="2600" dirty="0">
                <a:effectLst/>
                <a:latin typeface="Cambria" panose="02040503050406030204" pitchFamily="18" charset="0"/>
                <a:ea typeface="Cambria" panose="02040503050406030204" pitchFamily="18" charset="0"/>
                <a:cs typeface="Symbol" panose="05050102010706020507" pitchFamily="18" charset="2"/>
              </a:rPr>
              <a:t>—This service enables the mobile subscriber to be</a:t>
            </a:r>
            <a:r>
              <a:rPr lang="en-US" sz="2600" spc="-150" dirty="0">
                <a:effectLst/>
                <a:latin typeface="Cambria" panose="02040503050406030204" pitchFamily="18" charset="0"/>
                <a:ea typeface="Cambria" panose="02040503050406030204" pitchFamily="18" charset="0"/>
                <a:cs typeface="Symbol" panose="05050102010706020507" pitchFamily="18" charset="2"/>
              </a:rPr>
              <a:t> </a:t>
            </a:r>
            <a:r>
              <a:rPr lang="en-US" sz="2600" dirty="0">
                <a:effectLst/>
                <a:latin typeface="Cambria" panose="02040503050406030204" pitchFamily="18" charset="0"/>
                <a:ea typeface="Cambria" panose="02040503050406030204" pitchFamily="18" charset="0"/>
                <a:cs typeface="Symbol" panose="05050102010706020507" pitchFamily="18" charset="2"/>
              </a:rPr>
              <a:t>notified of an incoming call during a conversation. The subscriber can answer, reject, or ignore the incoming call. </a:t>
            </a:r>
          </a:p>
          <a:p>
            <a:pPr marR="246380" lvl="1" algn="just">
              <a:spcBef>
                <a:spcPts val="5"/>
              </a:spcBef>
              <a:buSzPts val="1200"/>
              <a:tabLst>
                <a:tab pos="749300" algn="l"/>
                <a:tab pos="749935" algn="l"/>
              </a:tabLst>
            </a:pPr>
            <a:r>
              <a:rPr lang="en-US" sz="2600" b="1" dirty="0">
                <a:effectLst/>
                <a:latin typeface="Cambria" panose="02040503050406030204" pitchFamily="18" charset="0"/>
                <a:ea typeface="Cambria" panose="02040503050406030204" pitchFamily="18" charset="0"/>
                <a:cs typeface="Symbol" panose="05050102010706020507" pitchFamily="18" charset="2"/>
              </a:rPr>
              <a:t>multiparty service</a:t>
            </a:r>
            <a:r>
              <a:rPr lang="en-US" sz="2600" dirty="0">
                <a:effectLst/>
                <a:latin typeface="Cambria" panose="02040503050406030204" pitchFamily="18" charset="0"/>
                <a:ea typeface="Cambria" panose="02040503050406030204" pitchFamily="18" charset="0"/>
                <a:cs typeface="Symbol" panose="05050102010706020507" pitchFamily="18" charset="2"/>
              </a:rPr>
              <a:t>—The multiparty service enables a mobile subscriber to establish a multiparty conversation—that is, a simultaneous conversation between three and six subscribers.</a:t>
            </a:r>
            <a:r>
              <a:rPr lang="en-US" sz="2600" spc="-145" dirty="0">
                <a:effectLst/>
                <a:latin typeface="Cambria" panose="02040503050406030204" pitchFamily="18" charset="0"/>
                <a:ea typeface="Cambria" panose="02040503050406030204" pitchFamily="18" charset="0"/>
                <a:cs typeface="Symbol" panose="05050102010706020507" pitchFamily="18" charset="2"/>
              </a:rPr>
              <a:t> </a:t>
            </a:r>
            <a:r>
              <a:rPr lang="en-US" sz="2600" dirty="0">
                <a:effectLst/>
                <a:latin typeface="Cambria" panose="02040503050406030204" pitchFamily="18" charset="0"/>
                <a:ea typeface="Cambria" panose="02040503050406030204" pitchFamily="18" charset="0"/>
                <a:cs typeface="Symbol" panose="05050102010706020507" pitchFamily="18" charset="2"/>
              </a:rPr>
              <a:t>This service is only applicable to normal</a:t>
            </a:r>
            <a:r>
              <a:rPr lang="en-US" sz="2600" spc="-35" dirty="0">
                <a:effectLst/>
                <a:latin typeface="Cambria" panose="02040503050406030204" pitchFamily="18" charset="0"/>
                <a:ea typeface="Cambria" panose="02040503050406030204" pitchFamily="18" charset="0"/>
                <a:cs typeface="Symbol" panose="05050102010706020507" pitchFamily="18" charset="2"/>
              </a:rPr>
              <a:t> </a:t>
            </a:r>
            <a:r>
              <a:rPr lang="en-US" sz="2600" dirty="0">
                <a:effectLst/>
                <a:latin typeface="Cambria" panose="02040503050406030204" pitchFamily="18" charset="0"/>
                <a:ea typeface="Cambria" panose="02040503050406030204" pitchFamily="18" charset="0"/>
                <a:cs typeface="Symbol" panose="05050102010706020507" pitchFamily="18" charset="2"/>
              </a:rPr>
              <a:t>telephony.</a:t>
            </a:r>
            <a:endParaRPr lang="en-US" sz="2600" dirty="0">
              <a:latin typeface="Cambria" panose="02040503050406030204" pitchFamily="18" charset="0"/>
              <a:ea typeface="Cambria" panose="02040503050406030204" pitchFamily="18" charset="0"/>
              <a:cs typeface="Symbol" panose="05050102010706020507" pitchFamily="18" charset="2"/>
            </a:endParaRPr>
          </a:p>
          <a:p>
            <a:pPr marR="246380" lvl="1" algn="just">
              <a:spcBef>
                <a:spcPts val="5"/>
              </a:spcBef>
              <a:buSzPts val="1200"/>
              <a:tabLst>
                <a:tab pos="749300" algn="l"/>
                <a:tab pos="749935" algn="l"/>
              </a:tabLst>
            </a:pPr>
            <a:r>
              <a:rPr lang="en-US" sz="2600" b="1" dirty="0">
                <a:effectLst/>
                <a:latin typeface="Cambria" panose="02040503050406030204" pitchFamily="18" charset="0"/>
                <a:ea typeface="Cambria" panose="02040503050406030204" pitchFamily="18" charset="0"/>
                <a:cs typeface="Symbol" panose="05050102010706020507" pitchFamily="18" charset="2"/>
              </a:rPr>
              <a:t>calling line identification presentation/restriction</a:t>
            </a:r>
            <a:r>
              <a:rPr lang="en-US" sz="2600" dirty="0">
                <a:effectLst/>
                <a:latin typeface="Cambria" panose="02040503050406030204" pitchFamily="18" charset="0"/>
                <a:ea typeface="Cambria" panose="02040503050406030204" pitchFamily="18" charset="0"/>
                <a:cs typeface="Symbol" panose="05050102010706020507" pitchFamily="18" charset="2"/>
              </a:rPr>
              <a:t>—These services supply the called party with the integrated services digital network (ISDN) number of the calling party</a:t>
            </a:r>
            <a:r>
              <a:rPr lang="en-US" sz="2600">
                <a:effectLst/>
                <a:latin typeface="Cambria" panose="02040503050406030204" pitchFamily="18" charset="0"/>
                <a:ea typeface="Cambria" panose="02040503050406030204" pitchFamily="18" charset="0"/>
                <a:cs typeface="Symbol" panose="05050102010706020507" pitchFamily="18" charset="2"/>
              </a:rPr>
              <a:t>. </a:t>
            </a:r>
            <a:endParaRPr lang="en-US" sz="2600" dirty="0">
              <a:effectLst/>
              <a:latin typeface="Cambria" panose="02040503050406030204" pitchFamily="18" charset="0"/>
              <a:ea typeface="Cambria" panose="02040503050406030204" pitchFamily="18" charset="0"/>
              <a:cs typeface="Symbol" panose="05050102010706020507" pitchFamily="18" charset="2"/>
            </a:endParaRPr>
          </a:p>
        </p:txBody>
      </p:sp>
    </p:spTree>
    <p:extLst>
      <p:ext uri="{BB962C8B-B14F-4D97-AF65-F5344CB8AC3E}">
        <p14:creationId xmlns:p14="http://schemas.microsoft.com/office/powerpoint/2010/main" xmlns="" val="19566303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1121</Words>
  <Application>Microsoft Office PowerPoint</Application>
  <PresentationFormat>Custom</PresentationFormat>
  <Paragraphs>31</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Global System for Mobile Communication  (GSM)</vt:lpstr>
      <vt:lpstr>Introduction</vt:lpstr>
      <vt:lpstr>GSM</vt:lpstr>
      <vt:lpstr>The Switching System </vt:lpstr>
      <vt:lpstr>The Base Station System </vt:lpstr>
      <vt:lpstr>The Operation and Support System</vt:lpstr>
      <vt:lpstr>GSM Subscriber Services</vt:lpstr>
      <vt:lpstr>Supplementary Services</vt:lpstr>
      <vt:lpstr>Supplementary Services (Contd.)</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System for Mobile Communication  (GSM)</dc:title>
  <dc:creator>ASUS</dc:creator>
  <cp:lastModifiedBy>user</cp:lastModifiedBy>
  <cp:revision>3</cp:revision>
  <dcterms:created xsi:type="dcterms:W3CDTF">2023-08-03T03:15:08Z</dcterms:created>
  <dcterms:modified xsi:type="dcterms:W3CDTF">2023-08-03T06:02:01Z</dcterms:modified>
</cp:coreProperties>
</file>